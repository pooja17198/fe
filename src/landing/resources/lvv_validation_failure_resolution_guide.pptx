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41" r:id="rId2"/>
  </p:sldMasterIdLst>
  <p:notesMasterIdLst>
    <p:notesMasterId r:id="rId32"/>
  </p:notesMasterIdLst>
  <p:sldIdLst>
    <p:sldId id="412" r:id="rId3"/>
    <p:sldId id="415" r:id="rId4"/>
    <p:sldId id="2076137380" r:id="rId5"/>
    <p:sldId id="416" r:id="rId6"/>
    <p:sldId id="417" r:id="rId7"/>
    <p:sldId id="418" r:id="rId8"/>
    <p:sldId id="2076137175" r:id="rId9"/>
    <p:sldId id="2076137384" r:id="rId10"/>
    <p:sldId id="2076137386" r:id="rId11"/>
    <p:sldId id="2076137399" r:id="rId12"/>
    <p:sldId id="2076137385" r:id="rId13"/>
    <p:sldId id="2076137381" r:id="rId14"/>
    <p:sldId id="2076137383" r:id="rId15"/>
    <p:sldId id="2076137382" r:id="rId16"/>
    <p:sldId id="2076137387" r:id="rId17"/>
    <p:sldId id="422" r:id="rId18"/>
    <p:sldId id="2076137388" r:id="rId19"/>
    <p:sldId id="2076137389" r:id="rId20"/>
    <p:sldId id="2076137391" r:id="rId21"/>
    <p:sldId id="423" r:id="rId22"/>
    <p:sldId id="2076137394" r:id="rId23"/>
    <p:sldId id="2076137395" r:id="rId24"/>
    <p:sldId id="2076137400" r:id="rId25"/>
    <p:sldId id="2076137392" r:id="rId26"/>
    <p:sldId id="424" r:id="rId27"/>
    <p:sldId id="2076137396" r:id="rId28"/>
    <p:sldId id="2076137397" r:id="rId29"/>
    <p:sldId id="2076137401" r:id="rId30"/>
    <p:sldId id="2076137398" r:id="rId3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EC48F8-1776-925D-A1C4-BACF5766E0B2}" v="169" dt="2026-03-24T07:39:04.6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14E304-3622-4D84-B003-88902705E6A4}" type="datetimeFigureOut">
              <a:t>4/15/2026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B827C5-24CE-4B56-BCE7-4A3CC9EEF60C}" type="slidenum">
              <a:t>‹#›</a:t>
            </a:fld>
            <a:endParaRPr lang="en-GB"/>
          </a:p>
        </p:txBody>
      </p:sp>
    </p:spTree>
    <p:extLst>
      <p:ext uri="{BB962C8B-B14F-4D97-AF65-F5344CB8AC3E}">
        <p14:creationId xmlns:p14="http://schemas.microsoft.com/office/powerpoint/2010/main" val="442698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3225" y="387350"/>
            <a:ext cx="4659313" cy="26209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A4C1C79-30F8-4D58-9F2B-E31FDA2B2C3B}" type="slidenum">
              <a:rPr lang="en-US" smtClean="0">
                <a:solidFill>
                  <a:srgbClr val="5F5F5F"/>
                </a:solidFill>
              </a:rPr>
              <a:pPr>
                <a:defRPr/>
              </a:pPr>
              <a:t>1</a:t>
            </a:fld>
            <a:endParaRPr lang="en-US">
              <a:solidFill>
                <a:srgbClr val="5F5F5F"/>
              </a:solidFill>
            </a:endParaRPr>
          </a:p>
        </p:txBody>
      </p:sp>
    </p:spTree>
    <p:extLst>
      <p:ext uri="{BB962C8B-B14F-4D97-AF65-F5344CB8AC3E}">
        <p14:creationId xmlns:p14="http://schemas.microsoft.com/office/powerpoint/2010/main" val="2446774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33.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42.svg"/><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15/04/2026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15/04/2026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15/04/2026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15/04/2026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15/04/2026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15/04/2026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15/04/2026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15/04/2026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15/04/2026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15/04/2026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Slide with Picture">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 name="Rectangle 4" descr="Full slide 4-color photo can be inserted here"/>
          <p:cNvSpPr/>
          <p:nvPr/>
        </p:nvSpPr>
        <p:spPr bwMode="hidden">
          <a:xfrm>
            <a:off x="1" y="0"/>
            <a:ext cx="12192000"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solidFill>
                <a:srgbClr val="FFFFFF"/>
              </a:solidFill>
            </a:endParaRPr>
          </a:p>
        </p:txBody>
      </p:sp>
      <p:sp>
        <p:nvSpPr>
          <p:cNvPr id="6" name="TextBox 5"/>
          <p:cNvSpPr txBox="1"/>
          <p:nvPr userDrawn="1"/>
        </p:nvSpPr>
        <p:spPr>
          <a:xfrm>
            <a:off x="5378263" y="6556376"/>
            <a:ext cx="3201234" cy="182563"/>
          </a:xfrm>
          <a:prstGeom prst="rect">
            <a:avLst/>
          </a:prstGeom>
          <a:noFill/>
        </p:spPr>
        <p:txBody>
          <a:bodyPr wrap="none" lIns="0" tIns="0" rIns="0" bIns="0" anchor="ctr"/>
          <a:lstStyle/>
          <a:p>
            <a:pPr algn="r">
              <a:defRPr/>
            </a:pPr>
            <a:r>
              <a:rPr sz="850">
                <a:solidFill>
                  <a:srgbClr val="FFFFFF"/>
                </a:solidFill>
                <a:cs typeface="Arial" charset="0"/>
              </a:rPr>
              <a:t>Copyright © </a:t>
            </a:r>
            <a:r>
              <a:rPr lang="en-US" sz="850">
                <a:solidFill>
                  <a:srgbClr val="FFFFFF"/>
                </a:solidFill>
                <a:cs typeface="Arial" charset="0"/>
              </a:rPr>
              <a:t>2016,</a:t>
            </a:r>
            <a:r>
              <a:rPr sz="850">
                <a:solidFill>
                  <a:srgbClr val="FFFFFF"/>
                </a:solidFill>
                <a:cs typeface="Arial" charset="0"/>
              </a:rPr>
              <a:t> Oracle and/or its affiliates. All rights reserved.  |</a:t>
            </a:r>
          </a:p>
        </p:txBody>
      </p:sp>
      <p:pic>
        <p:nvPicPr>
          <p:cNvPr id="7" name="Picture 21" descr="Oracle logo in white on red staging background"/>
          <p:cNvPicPr>
            <a:picLocks noChangeAspect="1"/>
          </p:cNvPicPr>
          <p:nvPr userDrawn="1"/>
        </p:nvPicPr>
        <p:blipFill>
          <a:blip r:embed="rId4" cstate="print"/>
          <a:srcRect/>
          <a:stretch>
            <a:fillRect/>
          </a:stretch>
        </p:blipFill>
        <p:spPr bwMode="auto">
          <a:xfrm>
            <a:off x="530363" y="6264276"/>
            <a:ext cx="1626023" cy="593725"/>
          </a:xfrm>
          <a:prstGeom prst="rect">
            <a:avLst/>
          </a:prstGeom>
          <a:noFill/>
          <a:ln w="9525">
            <a:noFill/>
            <a:miter lim="800000"/>
            <a:headEnd/>
            <a:tailEnd/>
          </a:ln>
        </p:spPr>
      </p:pic>
      <p:sp>
        <p:nvSpPr>
          <p:cNvPr id="2" name="Title 1"/>
          <p:cNvSpPr>
            <a:spLocks noGrp="1"/>
          </p:cNvSpPr>
          <p:nvPr>
            <p:ph type="ctrTitle"/>
          </p:nvPr>
        </p:nvSpPr>
        <p:spPr>
          <a:xfrm>
            <a:off x="531953" y="739776"/>
            <a:ext cx="9603701" cy="1470025"/>
          </a:xfrm>
        </p:spPr>
        <p:txBody>
          <a:bodyPr/>
          <a:lstStyle>
            <a:lvl1pPr>
              <a:lnSpc>
                <a:spcPct val="80000"/>
              </a:lnSpc>
              <a:defRPr sz="4800"/>
            </a:lvl1pPr>
          </a:lstStyle>
          <a:p>
            <a:r>
              <a:rPr lang="en-US"/>
              <a:t>Click to edit Master title style</a:t>
            </a:r>
            <a:endParaRPr/>
          </a:p>
        </p:txBody>
      </p:sp>
      <p:sp>
        <p:nvSpPr>
          <p:cNvPr id="3" name="Subtitle 2"/>
          <p:cNvSpPr>
            <a:spLocks noGrp="1"/>
          </p:cNvSpPr>
          <p:nvPr>
            <p:ph type="subTitle" idx="1"/>
          </p:nvPr>
        </p:nvSpPr>
        <p:spPr>
          <a:xfrm>
            <a:off x="531900" y="2286000"/>
            <a:ext cx="960370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3" name="Text Placeholder 12"/>
          <p:cNvSpPr>
            <a:spLocks noGrp="1"/>
          </p:cNvSpPr>
          <p:nvPr>
            <p:ph type="body" sz="quarter" idx="13"/>
          </p:nvPr>
        </p:nvSpPr>
        <p:spPr>
          <a:xfrm>
            <a:off x="531953" y="3429452"/>
            <a:ext cx="9603701"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lang="en-US"/>
              <a:t>Click to edit Master text styles</a:t>
            </a:r>
          </a:p>
        </p:txBody>
      </p:sp>
      <p:sp>
        <p:nvSpPr>
          <p:cNvPr id="8" name="Date Placeholder 6"/>
          <p:cNvSpPr>
            <a:spLocks noGrp="1"/>
          </p:cNvSpPr>
          <p:nvPr>
            <p:ph type="dt" sz="half" idx="14"/>
          </p:nvPr>
        </p:nvSpPr>
        <p:spPr/>
        <p:txBody>
          <a:bodyPr/>
          <a:lstStyle>
            <a:lvl1pPr>
              <a:defRPr smtClean="0">
                <a:solidFill>
                  <a:schemeClr val="tx1"/>
                </a:solidFill>
              </a:defRPr>
            </a:lvl1pPr>
          </a:lstStyle>
          <a:p>
            <a:pPr>
              <a:defRPr/>
            </a:pPr>
            <a:fld id="{8E842652-731F-42B0-9B62-6169BAD162BE}" type="datetime1">
              <a:rPr lang="en-US">
                <a:solidFill>
                  <a:srgbClr val="FFFFFF"/>
                </a:solidFill>
              </a:rPr>
              <a:pPr>
                <a:defRPr/>
              </a:pPr>
              <a:t>4/15/2026</a:t>
            </a:fld>
            <a:endParaRPr lang="en-US">
              <a:solidFill>
                <a:srgbClr val="FFFFFF"/>
              </a:solidFill>
            </a:endParaRPr>
          </a:p>
        </p:txBody>
      </p:sp>
      <p:sp>
        <p:nvSpPr>
          <p:cNvPr id="9" name="Footer Placeholder 7"/>
          <p:cNvSpPr>
            <a:spLocks noGrp="1"/>
          </p:cNvSpPr>
          <p:nvPr>
            <p:ph type="ftr" sz="quarter" idx="15"/>
          </p:nvPr>
        </p:nvSpPr>
        <p:spPr/>
        <p:txBody>
          <a:bodyPr/>
          <a:lstStyle>
            <a:lvl1pPr>
              <a:defRPr smtClean="0">
                <a:solidFill>
                  <a:schemeClr val="tx1"/>
                </a:solidFill>
              </a:defRPr>
            </a:lvl1pPr>
          </a:lstStyle>
          <a:p>
            <a:pPr>
              <a:defRPr/>
            </a:pPr>
            <a:r>
              <a:rPr lang="en-US">
                <a:solidFill>
                  <a:srgbClr val="FFFFFF"/>
                </a:solidFill>
              </a:rPr>
              <a:t>Confidential – Oracle Internal/Restricted/Highly Restricted</a:t>
            </a:r>
          </a:p>
        </p:txBody>
      </p:sp>
    </p:spTree>
    <p:extLst>
      <p:ext uri="{BB962C8B-B14F-4D97-AF65-F5344CB8AC3E}">
        <p14:creationId xmlns:p14="http://schemas.microsoft.com/office/powerpoint/2010/main" val="3650215278"/>
      </p:ext>
    </p:extLst>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rk - Title_Pillar">
    <p:bg>
      <p:bgPr>
        <a:solidFill>
          <a:schemeClr val="bg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DE11E25-C771-5005-3137-A5673FC27B28}"/>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a:t>Title (up to two lines) </a:t>
            </a:r>
            <a:br>
              <a:rPr lang="en-US"/>
            </a:br>
            <a:r>
              <a:rPr lang="en-US"/>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a:t>Presenter’s Title</a:t>
            </a:r>
          </a:p>
          <a:p>
            <a:pPr lvl="0"/>
            <a:r>
              <a:rPr lang="en-US"/>
              <a:t>Organization, Division or Business Unit</a:t>
            </a:r>
          </a:p>
          <a:p>
            <a:pPr lvl="0"/>
            <a:r>
              <a:rPr lang="en-US"/>
              <a:t>Month 00, 2026</a:t>
            </a:r>
          </a:p>
        </p:txBody>
      </p:sp>
      <p:sp>
        <p:nvSpPr>
          <p:cNvPr id="5" name="Slide Number Placeholder 4">
            <a:extLst>
              <a:ext uri="{FF2B5EF4-FFF2-40B4-BE49-F238E27FC236}">
                <a16:creationId xmlns:a16="http://schemas.microsoft.com/office/drawing/2014/main" id="{6A4B61EA-E671-B046-E16F-7C37520755BE}"/>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4" name="Footer Placeholder 3">
            <a:extLst>
              <a:ext uri="{FF2B5EF4-FFF2-40B4-BE49-F238E27FC236}">
                <a16:creationId xmlns:a16="http://schemas.microsoft.com/office/drawing/2014/main" id="{1FCEBD7F-FD1F-90FE-07B1-7E1D2FCAED23}"/>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74E28F03-7252-6A6A-9D9A-7C142FCA415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pic>
        <p:nvPicPr>
          <p:cNvPr id="6" name="Oracle Logo" descr="Oracle Logo">
            <a:extLst>
              <a:ext uri="{FF2B5EF4-FFF2-40B4-BE49-F238E27FC236}">
                <a16:creationId xmlns:a16="http://schemas.microsoft.com/office/drawing/2014/main" id="{9CEE2768-B645-2FE2-4588-531E1F7B3BD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pic>
        <p:nvPicPr>
          <p:cNvPr id="14" name="OTag" descr="A small square in Oracle Red with the Oracle logo in the center in white">
            <a:extLst>
              <a:ext uri="{FF2B5EF4-FFF2-40B4-BE49-F238E27FC236}">
                <a16:creationId xmlns:a16="http://schemas.microsoft.com/office/drawing/2014/main" id="{F389D100-FFFC-F617-D7BB-53DD869F0D5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4"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 name="Accent mark">
            <a:extLst>
              <a:ext uri="{FF2B5EF4-FFF2-40B4-BE49-F238E27FC236}">
                <a16:creationId xmlns:a16="http://schemas.microsoft.com/office/drawing/2014/main" id="{6863E062-D1CC-8F7F-B35F-ADAF6BDE7196}"/>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4992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ght - Title_Pillar">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E9E8FD7-3B27-6D98-CDF8-03B96EAE4D8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993B935A-285A-BFFA-E1F4-E79FEB4F9795}"/>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a:t>Title (up to two lines) </a:t>
            </a:r>
            <a:br>
              <a:rPr lang="en-US"/>
            </a:br>
            <a:r>
              <a:rPr lang="en-US"/>
              <a:t>Oracle Sans Tab Bold</a:t>
            </a:r>
          </a:p>
        </p:txBody>
      </p:sp>
      <p:sp>
        <p:nvSpPr>
          <p:cNvPr id="7" name="Subhead">
            <a:extLst>
              <a:ext uri="{FF2B5EF4-FFF2-40B4-BE49-F238E27FC236}">
                <a16:creationId xmlns:a16="http://schemas.microsoft.com/office/drawing/2014/main" id="{EFFF89DD-9D0E-59AA-468D-56F8DF0173D0}"/>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8" name="Text Field">
            <a:extLst>
              <a:ext uri="{FF2B5EF4-FFF2-40B4-BE49-F238E27FC236}">
                <a16:creationId xmlns:a16="http://schemas.microsoft.com/office/drawing/2014/main" id="{72DF4953-83D4-E63F-FAE9-12C7C69CAF76}"/>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a:t>Name</a:t>
            </a:r>
          </a:p>
        </p:txBody>
      </p:sp>
      <p:sp>
        <p:nvSpPr>
          <p:cNvPr id="9" name="Text Field 2">
            <a:extLst>
              <a:ext uri="{FF2B5EF4-FFF2-40B4-BE49-F238E27FC236}">
                <a16:creationId xmlns:a16="http://schemas.microsoft.com/office/drawing/2014/main" id="{53939284-5D96-A771-F7CE-39D3A9ADA08C}"/>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a:t>Presenter’s Title</a:t>
            </a:r>
          </a:p>
          <a:p>
            <a:pPr lvl="0"/>
            <a:r>
              <a:rPr lang="en-US"/>
              <a:t>Organization, Division or Business Unit</a:t>
            </a:r>
          </a:p>
          <a:p>
            <a:pPr lvl="0"/>
            <a:r>
              <a:rPr lang="en-US"/>
              <a:t>Month 00, 2026</a:t>
            </a:r>
          </a:p>
        </p:txBody>
      </p:sp>
      <p:sp>
        <p:nvSpPr>
          <p:cNvPr id="5" name="Slide Number Placeholder 4">
            <a:extLst>
              <a:ext uri="{FF2B5EF4-FFF2-40B4-BE49-F238E27FC236}">
                <a16:creationId xmlns:a16="http://schemas.microsoft.com/office/drawing/2014/main" id="{37A2158C-16EA-51FD-AADB-5CCD72645F2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3" name="Date Placeholder 2">
            <a:extLst>
              <a:ext uri="{FF2B5EF4-FFF2-40B4-BE49-F238E27FC236}">
                <a16:creationId xmlns:a16="http://schemas.microsoft.com/office/drawing/2014/main" id="{DE9F17F9-481A-5855-B8F0-D871C1F817BF}"/>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sp>
        <p:nvSpPr>
          <p:cNvPr id="4" name="Footer Placeholder 3">
            <a:extLst>
              <a:ext uri="{FF2B5EF4-FFF2-40B4-BE49-F238E27FC236}">
                <a16:creationId xmlns:a16="http://schemas.microsoft.com/office/drawing/2014/main" id="{47EAEE68-C65E-C8C2-44CB-1ECCD753ADAB}"/>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pic>
        <p:nvPicPr>
          <p:cNvPr id="10" name="Oracle Logo" descr="Oracle Logo">
            <a:extLst>
              <a:ext uri="{FF2B5EF4-FFF2-40B4-BE49-F238E27FC236}">
                <a16:creationId xmlns:a16="http://schemas.microsoft.com/office/drawing/2014/main" id="{510A29EB-A69A-C86E-648C-CFF0A2762DC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pic>
        <p:nvPicPr>
          <p:cNvPr id="13" name="OTag" descr="A small square in Oracle Red with the Oracle logo in the center in white">
            <a:extLst>
              <a:ext uri="{FF2B5EF4-FFF2-40B4-BE49-F238E27FC236}">
                <a16:creationId xmlns:a16="http://schemas.microsoft.com/office/drawing/2014/main" id="{BB472E52-9049-8F88-829D-93C385311F2B}"/>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4"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6" name="Accent mark">
            <a:extLst>
              <a:ext uri="{FF2B5EF4-FFF2-40B4-BE49-F238E27FC236}">
                <a16:creationId xmlns:a16="http://schemas.microsoft.com/office/drawing/2014/main" id="{F6C8D001-5C68-50FD-8A15-9F62CD4FCCF2}"/>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14755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rk - Title_2">
    <p:bg>
      <p:bgRef idx="1001">
        <a:schemeClr val="bg1"/>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92A7232-5506-CF74-ABAC-596E66DF6213}"/>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a:t>General/fusion title</a:t>
            </a:r>
            <a:br>
              <a:rPr lang="en-US"/>
            </a:br>
            <a:r>
              <a:rPr lang="en-US"/>
              <a:t>Oracle Sans Tab Bold</a:t>
            </a:r>
          </a:p>
        </p:txBody>
      </p:sp>
      <p:sp>
        <p:nvSpPr>
          <p:cNvPr id="7" name="Subhead">
            <a:extLst>
              <a:ext uri="{FF2B5EF4-FFF2-40B4-BE49-F238E27FC236}">
                <a16:creationId xmlns:a16="http://schemas.microsoft.com/office/drawing/2014/main" id="{BE95545E-FF7C-FA0C-6AC2-06B9FD536E40}"/>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8" name="Text Field">
            <a:extLst>
              <a:ext uri="{FF2B5EF4-FFF2-40B4-BE49-F238E27FC236}">
                <a16:creationId xmlns:a16="http://schemas.microsoft.com/office/drawing/2014/main" id="{2BE9B241-6CCA-C350-8E9C-CBFF15AC920B}"/>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a:t>Name</a:t>
            </a:r>
          </a:p>
        </p:txBody>
      </p:sp>
      <p:sp>
        <p:nvSpPr>
          <p:cNvPr id="9" name="Text Field 2">
            <a:extLst>
              <a:ext uri="{FF2B5EF4-FFF2-40B4-BE49-F238E27FC236}">
                <a16:creationId xmlns:a16="http://schemas.microsoft.com/office/drawing/2014/main" id="{D30678C3-79B5-61B9-5BD6-D4D2E38C4E26}"/>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a:t>Presenter’s Title</a:t>
            </a:r>
          </a:p>
          <a:p>
            <a:pPr lvl="0"/>
            <a:r>
              <a:rPr lang="en-US"/>
              <a:t>Organization, Division or Business Unit</a:t>
            </a:r>
          </a:p>
          <a:p>
            <a:pPr lvl="0"/>
            <a:r>
              <a:rPr lang="en-US"/>
              <a:t>Month 00, 2026</a:t>
            </a:r>
          </a:p>
        </p:txBody>
      </p:sp>
      <p:pic>
        <p:nvPicPr>
          <p:cNvPr id="14" name="Picture 13">
            <a:extLst>
              <a:ext uri="{FF2B5EF4-FFF2-40B4-BE49-F238E27FC236}">
                <a16:creationId xmlns:a16="http://schemas.microsoft.com/office/drawing/2014/main" id="{761CEBF1-2CD2-4E62-6E9D-873094DB16EB}"/>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l="34250" b="38000"/>
          <a:stretch/>
        </p:blipFill>
        <p:spPr>
          <a:xfrm>
            <a:off x="4175780" y="0"/>
            <a:ext cx="8016219" cy="4251947"/>
          </a:xfrm>
          <a:prstGeom prst="rect">
            <a:avLst/>
          </a:prstGeom>
        </p:spPr>
      </p:pic>
      <p:sp>
        <p:nvSpPr>
          <p:cNvPr id="5" name="Slide Number Placeholder 4">
            <a:extLst>
              <a:ext uri="{FF2B5EF4-FFF2-40B4-BE49-F238E27FC236}">
                <a16:creationId xmlns:a16="http://schemas.microsoft.com/office/drawing/2014/main" id="{AE2FA60F-BC05-9DFE-3A03-811A5C61BAE6}"/>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4" name="Footer Placeholder 3">
            <a:extLst>
              <a:ext uri="{FF2B5EF4-FFF2-40B4-BE49-F238E27FC236}">
                <a16:creationId xmlns:a16="http://schemas.microsoft.com/office/drawing/2014/main" id="{3204F087-6972-AA39-00DB-C10EDEB80749}"/>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6891A512-3F6B-08FA-3574-4BF50D31E5E8}"/>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pic>
        <p:nvPicPr>
          <p:cNvPr id="10" name="Oracle Logo" descr="Oracle Logo">
            <a:extLst>
              <a:ext uri="{FF2B5EF4-FFF2-40B4-BE49-F238E27FC236}">
                <a16:creationId xmlns:a16="http://schemas.microsoft.com/office/drawing/2014/main" id="{7B928B4F-1E89-D2DF-1BE1-69DBA7C5E4D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5F9B697F-5404-108B-4B52-A27DAB8F742D}"/>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16673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ight - Title_2">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96204AF-CFD8-7CED-4E39-54AF670244A8}"/>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a:t>General/fusion title</a:t>
            </a:r>
            <a:br>
              <a:rPr lang="en-US"/>
            </a:br>
            <a:r>
              <a:rPr lang="en-US"/>
              <a:t>Oracle Sans Tab Bold</a:t>
            </a:r>
          </a:p>
        </p:txBody>
      </p:sp>
      <p:sp>
        <p:nvSpPr>
          <p:cNvPr id="7" name="Subhead">
            <a:extLst>
              <a:ext uri="{FF2B5EF4-FFF2-40B4-BE49-F238E27FC236}">
                <a16:creationId xmlns:a16="http://schemas.microsoft.com/office/drawing/2014/main" id="{FC046655-F632-39CF-A827-AEF7BEDCA8A4}"/>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8" name="Text Field">
            <a:extLst>
              <a:ext uri="{FF2B5EF4-FFF2-40B4-BE49-F238E27FC236}">
                <a16:creationId xmlns:a16="http://schemas.microsoft.com/office/drawing/2014/main" id="{396B045C-5351-70B5-4F7C-3804C75BD4B2}"/>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a:t>Name</a:t>
            </a:r>
          </a:p>
        </p:txBody>
      </p:sp>
      <p:sp>
        <p:nvSpPr>
          <p:cNvPr id="9" name="Text Field 2">
            <a:extLst>
              <a:ext uri="{FF2B5EF4-FFF2-40B4-BE49-F238E27FC236}">
                <a16:creationId xmlns:a16="http://schemas.microsoft.com/office/drawing/2014/main" id="{997BC39A-E5C4-5AD8-8642-A190BFB4DF55}"/>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a:t>Presenter’s Title</a:t>
            </a:r>
          </a:p>
          <a:p>
            <a:pPr lvl="0"/>
            <a:r>
              <a:rPr lang="en-US"/>
              <a:t>Organization, Division or Business Unit</a:t>
            </a:r>
          </a:p>
          <a:p>
            <a:pPr lvl="0"/>
            <a:r>
              <a:rPr lang="en-US"/>
              <a:t>Month 00, 2026</a:t>
            </a:r>
          </a:p>
        </p:txBody>
      </p:sp>
      <p:pic>
        <p:nvPicPr>
          <p:cNvPr id="12" name="Picture 11">
            <a:extLst>
              <a:ext uri="{FF2B5EF4-FFF2-40B4-BE49-F238E27FC236}">
                <a16:creationId xmlns:a16="http://schemas.microsoft.com/office/drawing/2014/main" id="{CBA719C0-D9A1-1596-0F80-33933F8F0087}"/>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l="32750" b="38000"/>
          <a:stretch/>
        </p:blipFill>
        <p:spPr>
          <a:xfrm>
            <a:off x="3992902" y="0"/>
            <a:ext cx="8199097" cy="4251948"/>
          </a:xfrm>
          <a:prstGeom prst="rect">
            <a:avLst/>
          </a:prstGeom>
        </p:spPr>
      </p:pic>
      <p:sp>
        <p:nvSpPr>
          <p:cNvPr id="5" name="Slide Number Placeholder 4">
            <a:extLst>
              <a:ext uri="{FF2B5EF4-FFF2-40B4-BE49-F238E27FC236}">
                <a16:creationId xmlns:a16="http://schemas.microsoft.com/office/drawing/2014/main" id="{08620179-92E2-B33C-7BF7-7DD2B9A6999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3" name="Footer Placeholder 3">
            <a:extLst>
              <a:ext uri="{FF2B5EF4-FFF2-40B4-BE49-F238E27FC236}">
                <a16:creationId xmlns:a16="http://schemas.microsoft.com/office/drawing/2014/main" id="{0234D53E-E775-84ED-87D4-03A6155462F2}"/>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2" name="Date Placeholder 2">
            <a:extLst>
              <a:ext uri="{FF2B5EF4-FFF2-40B4-BE49-F238E27FC236}">
                <a16:creationId xmlns:a16="http://schemas.microsoft.com/office/drawing/2014/main" id="{7B203E0B-C243-2092-E571-D8301E6712E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pic>
        <p:nvPicPr>
          <p:cNvPr id="10" name="Oracle Logo" descr="Oracle Logo">
            <a:extLst>
              <a:ext uri="{FF2B5EF4-FFF2-40B4-BE49-F238E27FC236}">
                <a16:creationId xmlns:a16="http://schemas.microsoft.com/office/drawing/2014/main" id="{1534211D-94C1-6321-2BC4-792C1D13691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F3B22FDD-1B93-0A37-25CC-77AE4A31F45E}"/>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3059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full-image">
    <p:bg>
      <p:bgRef idx="1001">
        <a:schemeClr val="bg2"/>
      </p:bgRef>
    </p:bg>
    <p:spTree>
      <p:nvGrpSpPr>
        <p:cNvPr id="1" name=""/>
        <p:cNvGrpSpPr/>
        <p:nvPr/>
      </p:nvGrpSpPr>
      <p:grpSpPr>
        <a:xfrm>
          <a:off x="0" y="0"/>
          <a:ext cx="0" cy="0"/>
          <a:chOff x="0" y="0"/>
          <a:chExt cx="0" cy="0"/>
        </a:xfrm>
      </p:grpSpPr>
      <p:sp>
        <p:nvSpPr>
          <p:cNvPr id="11" name="Gradient overlay">
            <a:extLst>
              <a:ext uri="{FF2B5EF4-FFF2-40B4-BE49-F238E27FC236}">
                <a16:creationId xmlns:a16="http://schemas.microsoft.com/office/drawing/2014/main" id="{E873D90A-E4A3-F78A-F391-D1DB29911070}"/>
              </a:ext>
            </a:extLst>
          </p:cNvPr>
          <p:cNvSpPr>
            <a:spLocks/>
          </p:cNvSpPr>
          <p:nvPr userDrawn="1"/>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a:extLst>
              <a:ext uri="{FF2B5EF4-FFF2-40B4-BE49-F238E27FC236}">
                <a16:creationId xmlns:a16="http://schemas.microsoft.com/office/drawing/2014/main" id="{5E1C8E87-14CA-EB0A-B967-57776EF53426}"/>
              </a:ext>
            </a:extLst>
          </p:cNvPr>
          <p:cNvSpPr>
            <a:spLocks noGrp="1"/>
          </p:cNvSpPr>
          <p:nvPr>
            <p:ph type="ctrTitle" hasCustomPrompt="1"/>
          </p:nvPr>
        </p:nvSpPr>
        <p:spPr>
          <a:xfrm>
            <a:off x="792538" y="2148840"/>
            <a:ext cx="6583608"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a:t>General title</a:t>
            </a:r>
            <a:br>
              <a:rPr lang="en-US"/>
            </a:br>
            <a:r>
              <a:rPr lang="en-US"/>
              <a:t>(up to two lines)</a:t>
            </a:r>
          </a:p>
        </p:txBody>
      </p:sp>
      <p:sp>
        <p:nvSpPr>
          <p:cNvPr id="8" name="Subhead">
            <a:extLst>
              <a:ext uri="{FF2B5EF4-FFF2-40B4-BE49-F238E27FC236}">
                <a16:creationId xmlns:a16="http://schemas.microsoft.com/office/drawing/2014/main" id="{9F13C004-6A96-3D61-9397-40C41F43523D}"/>
              </a:ext>
            </a:extLst>
          </p:cNvPr>
          <p:cNvSpPr>
            <a:spLocks noGrp="1"/>
          </p:cNvSpPr>
          <p:nvPr>
            <p:ph type="body" sz="quarter" idx="33" hasCustomPrompt="1"/>
          </p:nvPr>
        </p:nvSpPr>
        <p:spPr>
          <a:xfrm>
            <a:off x="792538" y="3519553"/>
            <a:ext cx="6583608"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9" name="Text Field">
            <a:extLst>
              <a:ext uri="{FF2B5EF4-FFF2-40B4-BE49-F238E27FC236}">
                <a16:creationId xmlns:a16="http://schemas.microsoft.com/office/drawing/2014/main" id="{29BC5DBB-6459-FA83-A3C0-242C30783B69}"/>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a:t>Name</a:t>
            </a:r>
          </a:p>
        </p:txBody>
      </p:sp>
      <p:sp>
        <p:nvSpPr>
          <p:cNvPr id="12" name="Text Field 2">
            <a:extLst>
              <a:ext uri="{FF2B5EF4-FFF2-40B4-BE49-F238E27FC236}">
                <a16:creationId xmlns:a16="http://schemas.microsoft.com/office/drawing/2014/main" id="{E4F8B91E-3CD8-7B6C-C073-0E255807CCEF}"/>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a:t>Presenter’s Title</a:t>
            </a:r>
          </a:p>
          <a:p>
            <a:pPr lvl="0"/>
            <a:r>
              <a:rPr lang="en-US"/>
              <a:t>Organization, Division or Business Unit</a:t>
            </a:r>
          </a:p>
          <a:p>
            <a:pPr lvl="0"/>
            <a:r>
              <a:rPr lang="en-US"/>
              <a:t>Month 00, 2026</a:t>
            </a:r>
          </a:p>
        </p:txBody>
      </p:sp>
      <p:sp>
        <p:nvSpPr>
          <p:cNvPr id="5" name="Slide Number Placeholder 4">
            <a:extLst>
              <a:ext uri="{FF2B5EF4-FFF2-40B4-BE49-F238E27FC236}">
                <a16:creationId xmlns:a16="http://schemas.microsoft.com/office/drawing/2014/main" id="{08620179-92E2-B33C-7BF7-7DD2B9A6999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3" name="Footer Placeholder 3">
            <a:extLst>
              <a:ext uri="{FF2B5EF4-FFF2-40B4-BE49-F238E27FC236}">
                <a16:creationId xmlns:a16="http://schemas.microsoft.com/office/drawing/2014/main" id="{0234D53E-E775-84ED-87D4-03A6155462F2}"/>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2" name="Date Placeholder 2">
            <a:extLst>
              <a:ext uri="{FF2B5EF4-FFF2-40B4-BE49-F238E27FC236}">
                <a16:creationId xmlns:a16="http://schemas.microsoft.com/office/drawing/2014/main" id="{7B203E0B-C243-2092-E571-D8301E6712E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pic>
        <p:nvPicPr>
          <p:cNvPr id="7" name="Oracle Logo" descr="Oracle Logo">
            <a:extLst>
              <a:ext uri="{FF2B5EF4-FFF2-40B4-BE49-F238E27FC236}">
                <a16:creationId xmlns:a16="http://schemas.microsoft.com/office/drawing/2014/main" id="{D3B9F45A-1FFB-8B3C-4F70-6D6363AA6D25}"/>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0502ED2C-D10E-1DB4-3557-E5C9C7E4D238}"/>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34331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Cover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8745EE5B-9C14-4DF6-7ECF-3B850514DAA4}"/>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a:t>Health &amp; Life Sciences </a:t>
            </a:r>
            <a:br>
              <a:rPr lang="en-US"/>
            </a:br>
            <a:r>
              <a:rPr lang="en-US"/>
              <a:t>Title (up to two lines)</a:t>
            </a:r>
          </a:p>
        </p:txBody>
      </p:sp>
      <p:sp>
        <p:nvSpPr>
          <p:cNvPr id="8" name="Subhead">
            <a:extLst>
              <a:ext uri="{FF2B5EF4-FFF2-40B4-BE49-F238E27FC236}">
                <a16:creationId xmlns:a16="http://schemas.microsoft.com/office/drawing/2014/main" id="{963CCACE-E1BA-B49E-CFB8-0B77CDCFE791}"/>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9" name="Text Field">
            <a:extLst>
              <a:ext uri="{FF2B5EF4-FFF2-40B4-BE49-F238E27FC236}">
                <a16:creationId xmlns:a16="http://schemas.microsoft.com/office/drawing/2014/main" id="{F8BD25F6-9734-8037-1C67-1A99384E68CA}"/>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a:t>Name</a:t>
            </a:r>
          </a:p>
        </p:txBody>
      </p:sp>
      <p:sp>
        <p:nvSpPr>
          <p:cNvPr id="12" name="Text Field 2">
            <a:extLst>
              <a:ext uri="{FF2B5EF4-FFF2-40B4-BE49-F238E27FC236}">
                <a16:creationId xmlns:a16="http://schemas.microsoft.com/office/drawing/2014/main" id="{754A77E7-2B50-3BBF-5653-BC60AF4CA831}"/>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a:t>Presenter’s Title</a:t>
            </a:r>
          </a:p>
          <a:p>
            <a:pPr lvl="0"/>
            <a:r>
              <a:rPr lang="en-US"/>
              <a:t>Organization, Division or Business Unit</a:t>
            </a:r>
          </a:p>
          <a:p>
            <a:pPr lvl="0"/>
            <a:r>
              <a:rPr lang="en-US"/>
              <a:t>Month 00, 2026</a:t>
            </a:r>
          </a:p>
        </p:txBody>
      </p:sp>
      <p:sp>
        <p:nvSpPr>
          <p:cNvPr id="6" name="Footer Placeholder 5">
            <a:extLst>
              <a:ext uri="{FF2B5EF4-FFF2-40B4-BE49-F238E27FC236}">
                <a16:creationId xmlns:a16="http://schemas.microsoft.com/office/drawing/2014/main" id="{1B6DA0C6-D822-15F6-04DD-B18D3E44619C}"/>
              </a:ext>
            </a:extLst>
          </p:cNvPr>
          <p:cNvSpPr txBox="1">
            <a:spLocks/>
          </p:cNvSpPr>
          <p:nvPr userDrawn="1"/>
        </p:nvSpPr>
        <p:spPr>
          <a:xfrm>
            <a:off x="792538" y="5850115"/>
            <a:ext cx="6845809" cy="885046"/>
          </a:xfrm>
          <a:prstGeom prst="rect">
            <a:avLst/>
          </a:prstGeom>
        </p:spPr>
        <p:txBody>
          <a:bodyPr lIns="0" tIns="0" rIns="0" bIns="0" anchor="b"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800">
                <a:solidFill>
                  <a:schemeClr val="tx1"/>
                </a:solidFill>
                <a:effectLst/>
                <a:latin typeface="Oracle Sans Tab" panose="020B0503020204020204" pitchFamily="34" charset="0"/>
                <a:cs typeface="Oracle Sans Tab" panose="020B0503020204020204" pitchFamily="34" charset="0"/>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a:ext uri="{FF2B5EF4-FFF2-40B4-BE49-F238E27FC236}">
                <a16:creationId xmlns:a16="http://schemas.microsoft.com/office/drawing/2014/main" id="{7240816A-A8A3-D504-F672-2ACA6ABC217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4" name="Footer Placeholder 3">
            <a:extLst>
              <a:ext uri="{FF2B5EF4-FFF2-40B4-BE49-F238E27FC236}">
                <a16:creationId xmlns:a16="http://schemas.microsoft.com/office/drawing/2014/main" id="{1C7B878C-7245-36C9-328A-025A91624A3E}"/>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92E9260-E0B5-9C63-CE19-3A9F3785B887}"/>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pic>
        <p:nvPicPr>
          <p:cNvPr id="10" name="Oracle Logo" descr="Oracle Logo">
            <a:extLst>
              <a:ext uri="{FF2B5EF4-FFF2-40B4-BE49-F238E27FC236}">
                <a16:creationId xmlns:a16="http://schemas.microsoft.com/office/drawing/2014/main" id="{3365A273-093D-DAA1-4CF5-EB5C452E599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B9FBA5DC-EBA8-3759-0EF4-5D00C9CB65F1}"/>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31682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Cover_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470" y="2148840"/>
            <a:ext cx="6217920" cy="1280160"/>
          </a:xfrm>
          <a:noFill/>
        </p:spPr>
        <p:txBody>
          <a:bodyPr vert="horz" wrap="square" lIns="0" tIns="0" rIns="0" bIns="91440" rtlCol="0" anchor="b">
            <a:noAutofit/>
          </a:bodyPr>
          <a:lstStyle>
            <a:lvl1pPr>
              <a:lnSpc>
                <a:spcPct val="100000"/>
              </a:lnSpc>
              <a:defRPr lang="en-US" sz="4000" b="1" dirty="0">
                <a:latin typeface="+mn-lt"/>
              </a:defRPr>
            </a:lvl1pPr>
          </a:lstStyle>
          <a:p>
            <a:pPr lvl="0">
              <a:lnSpc>
                <a:spcPct val="100000"/>
              </a:lnSpc>
            </a:pPr>
            <a:r>
              <a:rPr lang="en-US"/>
              <a:t>Fusion Suite title</a:t>
            </a:r>
            <a:br>
              <a:rPr lang="en-US"/>
            </a:br>
            <a:r>
              <a:rPr lang="en-US"/>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470" y="3519553"/>
            <a:ext cx="62179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470" y="4544568"/>
            <a:ext cx="5077970" cy="266291"/>
          </a:xfrm>
          <a:prstGeom prst="rect">
            <a:avLst/>
          </a:prstGeom>
          <a:noFill/>
        </p:spPr>
        <p:txBody>
          <a:bodyPr>
            <a:noAutofit/>
          </a:bodyPr>
          <a:lstStyle>
            <a:lvl1pPr>
              <a:lnSpc>
                <a:spcPct val="100000"/>
              </a:lnSpc>
              <a:defRPr b="1"/>
            </a:lvl1pPr>
          </a:lstStyle>
          <a:p>
            <a:pPr lvl="0"/>
            <a:r>
              <a:rPr lang="en-US"/>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470" y="4882896"/>
            <a:ext cx="5077970" cy="895181"/>
          </a:xfrm>
          <a:prstGeom prst="rect">
            <a:avLst/>
          </a:prstGeom>
          <a:noFill/>
        </p:spPr>
        <p:txBody>
          <a:bodyPr>
            <a:noAutofit/>
          </a:bodyPr>
          <a:lstStyle>
            <a:lvl1pPr>
              <a:lnSpc>
                <a:spcPct val="100000"/>
              </a:lnSpc>
              <a:defRPr/>
            </a:lvl1pPr>
          </a:lstStyle>
          <a:p>
            <a:pPr lvl="0"/>
            <a:r>
              <a:rPr lang="en-US"/>
              <a:t>Presenter’s Title</a:t>
            </a:r>
          </a:p>
          <a:p>
            <a:pPr lvl="0"/>
            <a:r>
              <a:rPr lang="en-US"/>
              <a:t>Organization, Division or Business Unit</a:t>
            </a:r>
          </a:p>
          <a:p>
            <a:pPr lvl="0"/>
            <a:r>
              <a:rPr lang="en-US"/>
              <a:t>Month 00, 2026</a:t>
            </a:r>
          </a:p>
        </p:txBody>
      </p:sp>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5" name="Slide Number Placeholder 4">
            <a:extLst>
              <a:ext uri="{FF2B5EF4-FFF2-40B4-BE49-F238E27FC236}">
                <a16:creationId xmlns:a16="http://schemas.microsoft.com/office/drawing/2014/main" id="{3DCCBFFD-1208-DC98-6F83-AD17B21EFDE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4" name="Footer Placeholder 3">
            <a:extLst>
              <a:ext uri="{FF2B5EF4-FFF2-40B4-BE49-F238E27FC236}">
                <a16:creationId xmlns:a16="http://schemas.microsoft.com/office/drawing/2014/main" id="{9C95C387-C6B6-B09D-D9C1-A530A566B205}"/>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81CE87F9-CC9A-B7B1-715A-1FC35C2906A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sp>
        <p:nvSpPr>
          <p:cNvPr id="2" name="Accent mark">
            <a:extLst>
              <a:ext uri="{FF2B5EF4-FFF2-40B4-BE49-F238E27FC236}">
                <a16:creationId xmlns:a16="http://schemas.microsoft.com/office/drawing/2014/main" id="{834756B5-7E88-686B-81C7-9145FA6393AA}"/>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75674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Cover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A274040B-F0B7-0500-24CB-E40A3880817B}"/>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a:t>SCM title (up to two lines) </a:t>
            </a:r>
            <a:br>
              <a:rPr lang="en-US"/>
            </a:br>
            <a:r>
              <a:rPr lang="en-US"/>
              <a:t>Oracle Sans Tab Bold</a:t>
            </a:r>
          </a:p>
        </p:txBody>
      </p:sp>
      <p:sp>
        <p:nvSpPr>
          <p:cNvPr id="7" name="Subhead">
            <a:extLst>
              <a:ext uri="{FF2B5EF4-FFF2-40B4-BE49-F238E27FC236}">
                <a16:creationId xmlns:a16="http://schemas.microsoft.com/office/drawing/2014/main" id="{BB696622-2058-4C4E-FECA-34F1F6C4A20D}"/>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8" name="Text Field">
            <a:extLst>
              <a:ext uri="{FF2B5EF4-FFF2-40B4-BE49-F238E27FC236}">
                <a16:creationId xmlns:a16="http://schemas.microsoft.com/office/drawing/2014/main" id="{08AD1B2D-5265-AF61-4278-C58493F3B2D3}"/>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a:t>Name</a:t>
            </a:r>
          </a:p>
        </p:txBody>
      </p:sp>
      <p:sp>
        <p:nvSpPr>
          <p:cNvPr id="9" name="Text Field 2">
            <a:extLst>
              <a:ext uri="{FF2B5EF4-FFF2-40B4-BE49-F238E27FC236}">
                <a16:creationId xmlns:a16="http://schemas.microsoft.com/office/drawing/2014/main" id="{2BC9F5FB-2E6C-6C9C-FB33-0771B5305E36}"/>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a:t>Presenter’s Title</a:t>
            </a:r>
          </a:p>
          <a:p>
            <a:pPr lvl="0"/>
            <a:r>
              <a:rPr lang="en-US"/>
              <a:t>Organization, Division or Business Unit</a:t>
            </a:r>
          </a:p>
          <a:p>
            <a:pPr lvl="0"/>
            <a:r>
              <a:rPr lang="en-US"/>
              <a:t>Month 00, 2026</a:t>
            </a:r>
          </a:p>
        </p:txBody>
      </p:sp>
      <p:sp>
        <p:nvSpPr>
          <p:cNvPr id="5" name="Slide Number Placeholder 4">
            <a:extLst>
              <a:ext uri="{FF2B5EF4-FFF2-40B4-BE49-F238E27FC236}">
                <a16:creationId xmlns:a16="http://schemas.microsoft.com/office/drawing/2014/main" id="{68AE499B-EBAD-FB38-949F-59147DB0EA0A}"/>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4" name="Footer Placeholder 3">
            <a:extLst>
              <a:ext uri="{FF2B5EF4-FFF2-40B4-BE49-F238E27FC236}">
                <a16:creationId xmlns:a16="http://schemas.microsoft.com/office/drawing/2014/main" id="{5AB17156-07C5-6698-A84A-64A1E6FB7115}"/>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E9AF2F7B-85CD-E771-2A37-0C490AADFAA0}"/>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pic>
        <p:nvPicPr>
          <p:cNvPr id="10" name="Oracle Logo" descr="Oracle Logo">
            <a:extLst>
              <a:ext uri="{FF2B5EF4-FFF2-40B4-BE49-F238E27FC236}">
                <a16:creationId xmlns:a16="http://schemas.microsoft.com/office/drawing/2014/main" id="{88D7C3F2-D177-BD40-948A-A0EF229EC10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968E1C2E-E87B-195A-71AA-AC8BE8FEC015}"/>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09535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Title_6">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DFFF5E92-4648-2480-5EFA-4514C715D5B2}"/>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a:t>ERP title (up to two lines) </a:t>
            </a:r>
            <a:br>
              <a:rPr lang="en-US"/>
            </a:br>
            <a:r>
              <a:rPr lang="en-US"/>
              <a:t>Oracle Sans Tab Bold</a:t>
            </a:r>
          </a:p>
        </p:txBody>
      </p:sp>
      <p:sp>
        <p:nvSpPr>
          <p:cNvPr id="7" name="Subhead">
            <a:extLst>
              <a:ext uri="{FF2B5EF4-FFF2-40B4-BE49-F238E27FC236}">
                <a16:creationId xmlns:a16="http://schemas.microsoft.com/office/drawing/2014/main" id="{7184176C-647E-4FA4-7662-D8112ED77D34}"/>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8" name="Text Field">
            <a:extLst>
              <a:ext uri="{FF2B5EF4-FFF2-40B4-BE49-F238E27FC236}">
                <a16:creationId xmlns:a16="http://schemas.microsoft.com/office/drawing/2014/main" id="{A2EE897B-F943-19EE-12DF-51761821645F}"/>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a:t>Name</a:t>
            </a:r>
          </a:p>
        </p:txBody>
      </p:sp>
      <p:sp>
        <p:nvSpPr>
          <p:cNvPr id="9" name="Text Field 2">
            <a:extLst>
              <a:ext uri="{FF2B5EF4-FFF2-40B4-BE49-F238E27FC236}">
                <a16:creationId xmlns:a16="http://schemas.microsoft.com/office/drawing/2014/main" id="{CA1E31BC-14D4-B856-F073-5EA6A1E77BAC}"/>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a:t>Presenter’s Title</a:t>
            </a:r>
          </a:p>
          <a:p>
            <a:pPr lvl="0"/>
            <a:r>
              <a:rPr lang="en-US"/>
              <a:t>Organization, Division or Business Unit</a:t>
            </a:r>
          </a:p>
          <a:p>
            <a:pPr lvl="0"/>
            <a:r>
              <a:rPr lang="en-US"/>
              <a:t>Month 00, 2026</a:t>
            </a:r>
          </a:p>
        </p:txBody>
      </p:sp>
      <p:sp>
        <p:nvSpPr>
          <p:cNvPr id="5" name="Slide Number Placeholder 4">
            <a:extLst>
              <a:ext uri="{FF2B5EF4-FFF2-40B4-BE49-F238E27FC236}">
                <a16:creationId xmlns:a16="http://schemas.microsoft.com/office/drawing/2014/main" id="{543BB43F-1E4E-AE49-23A6-A224E6C2D0D7}"/>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4" name="Footer Placeholder 3">
            <a:extLst>
              <a:ext uri="{FF2B5EF4-FFF2-40B4-BE49-F238E27FC236}">
                <a16:creationId xmlns:a16="http://schemas.microsoft.com/office/drawing/2014/main" id="{504A6EC8-17D1-91B9-9CCB-FE079DA5ABFB}"/>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EEF621B1-0D26-F83E-E0D2-4B478D80142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pic>
        <p:nvPicPr>
          <p:cNvPr id="10" name="Oracle Logo" descr="Oracle Logo">
            <a:extLst>
              <a:ext uri="{FF2B5EF4-FFF2-40B4-BE49-F238E27FC236}">
                <a16:creationId xmlns:a16="http://schemas.microsoft.com/office/drawing/2014/main" id="{7636CD02-1B61-6C12-5A81-3A48181A902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4DD9731D-D638-ACED-0DBB-64723445203A}"/>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35207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Cover_7">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1C249B44-5D03-EA20-14C6-F9C2A9AB50F5}"/>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a:t>HCM title (up to two lines) </a:t>
            </a:r>
            <a:br>
              <a:rPr lang="en-US"/>
            </a:br>
            <a:r>
              <a:rPr lang="en-US"/>
              <a:t>Oracle Sans Tab Bold</a:t>
            </a:r>
          </a:p>
        </p:txBody>
      </p:sp>
      <p:sp>
        <p:nvSpPr>
          <p:cNvPr id="7" name="Subhead">
            <a:extLst>
              <a:ext uri="{FF2B5EF4-FFF2-40B4-BE49-F238E27FC236}">
                <a16:creationId xmlns:a16="http://schemas.microsoft.com/office/drawing/2014/main" id="{CFF1AD0F-A521-9C8E-1B0B-C0AAECD3307F}"/>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8" name="Text Field">
            <a:extLst>
              <a:ext uri="{FF2B5EF4-FFF2-40B4-BE49-F238E27FC236}">
                <a16:creationId xmlns:a16="http://schemas.microsoft.com/office/drawing/2014/main" id="{6525F097-D9EE-EA10-1A44-3D1D0CC4FBE0}"/>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a:t>Name</a:t>
            </a:r>
          </a:p>
        </p:txBody>
      </p:sp>
      <p:sp>
        <p:nvSpPr>
          <p:cNvPr id="9" name="Text Field 2">
            <a:extLst>
              <a:ext uri="{FF2B5EF4-FFF2-40B4-BE49-F238E27FC236}">
                <a16:creationId xmlns:a16="http://schemas.microsoft.com/office/drawing/2014/main" id="{AE7AB41E-99B0-7F6C-6D90-1255399A4F67}"/>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a:t>Presenter’s Title</a:t>
            </a:r>
          </a:p>
          <a:p>
            <a:pPr lvl="0"/>
            <a:r>
              <a:rPr lang="en-US"/>
              <a:t>Organization, Division or Business Unit</a:t>
            </a:r>
          </a:p>
          <a:p>
            <a:pPr lvl="0"/>
            <a:r>
              <a:rPr lang="en-US"/>
              <a:t>Month 00, 2026</a:t>
            </a:r>
          </a:p>
        </p:txBody>
      </p:sp>
      <p:sp>
        <p:nvSpPr>
          <p:cNvPr id="5" name="Slide Number Placeholder 4">
            <a:extLst>
              <a:ext uri="{FF2B5EF4-FFF2-40B4-BE49-F238E27FC236}">
                <a16:creationId xmlns:a16="http://schemas.microsoft.com/office/drawing/2014/main" id="{74811496-0F3F-2EFC-BF0D-44B4652D8EBB}"/>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4" name="Footer Placeholder 3">
            <a:extLst>
              <a:ext uri="{FF2B5EF4-FFF2-40B4-BE49-F238E27FC236}">
                <a16:creationId xmlns:a16="http://schemas.microsoft.com/office/drawing/2014/main" id="{32DEED53-1C90-2AFF-D971-0E0179F66888}"/>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6C777348-8686-2E82-3270-E018943D1EF1}"/>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pic>
        <p:nvPicPr>
          <p:cNvPr id="10" name="Oracle Logo" descr="Oracle Logo">
            <a:extLst>
              <a:ext uri="{FF2B5EF4-FFF2-40B4-BE49-F238E27FC236}">
                <a16:creationId xmlns:a16="http://schemas.microsoft.com/office/drawing/2014/main" id="{A6FE85A7-960A-B7DF-96B4-1F84481CF49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11" name="Accent mark">
            <a:extLst>
              <a:ext uri="{FF2B5EF4-FFF2-40B4-BE49-F238E27FC236}">
                <a16:creationId xmlns:a16="http://schemas.microsoft.com/office/drawing/2014/main" id="{6D3CBBA4-EC09-8E88-4264-A0AC9E88275E}"/>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21058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Cover_8">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3568EDC7-82E8-C0FD-23C9-5E2F85B327A1}"/>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a:t>CX title (up to two lines) </a:t>
            </a:r>
            <a:br>
              <a:rPr lang="en-US"/>
            </a:br>
            <a:r>
              <a:rPr lang="en-US"/>
              <a:t>Oracle Sans Tab Bold</a:t>
            </a:r>
          </a:p>
        </p:txBody>
      </p:sp>
      <p:sp>
        <p:nvSpPr>
          <p:cNvPr id="7" name="Subhead">
            <a:extLst>
              <a:ext uri="{FF2B5EF4-FFF2-40B4-BE49-F238E27FC236}">
                <a16:creationId xmlns:a16="http://schemas.microsoft.com/office/drawing/2014/main" id="{061B9EB2-A1F6-2571-35A5-B192ACB03AE1}"/>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8" name="Text Field">
            <a:extLst>
              <a:ext uri="{FF2B5EF4-FFF2-40B4-BE49-F238E27FC236}">
                <a16:creationId xmlns:a16="http://schemas.microsoft.com/office/drawing/2014/main" id="{6F8D591A-4D00-D5F4-4A83-1E71D6FEAED4}"/>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a:t>Name</a:t>
            </a:r>
          </a:p>
        </p:txBody>
      </p:sp>
      <p:sp>
        <p:nvSpPr>
          <p:cNvPr id="9" name="Text Field 2">
            <a:extLst>
              <a:ext uri="{FF2B5EF4-FFF2-40B4-BE49-F238E27FC236}">
                <a16:creationId xmlns:a16="http://schemas.microsoft.com/office/drawing/2014/main" id="{10E9E6D4-F5CC-7C97-90BB-4EDFBE9AA1B7}"/>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a:t>Presenter’s Title</a:t>
            </a:r>
          </a:p>
          <a:p>
            <a:pPr lvl="0"/>
            <a:r>
              <a:rPr lang="en-US"/>
              <a:t>Organization, Division or Business Unit</a:t>
            </a:r>
          </a:p>
          <a:p>
            <a:pPr lvl="0"/>
            <a:r>
              <a:rPr lang="en-US"/>
              <a:t>Month 00, 2026</a:t>
            </a:r>
          </a:p>
        </p:txBody>
      </p:sp>
      <p:sp>
        <p:nvSpPr>
          <p:cNvPr id="5" name="Slide Number Placeholder 4">
            <a:extLst>
              <a:ext uri="{FF2B5EF4-FFF2-40B4-BE49-F238E27FC236}">
                <a16:creationId xmlns:a16="http://schemas.microsoft.com/office/drawing/2014/main" id="{350795E3-D122-12B5-7C04-44DCB3D36801}"/>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4" name="Footer Placeholder 3">
            <a:extLst>
              <a:ext uri="{FF2B5EF4-FFF2-40B4-BE49-F238E27FC236}">
                <a16:creationId xmlns:a16="http://schemas.microsoft.com/office/drawing/2014/main" id="{15748CF8-F274-FB47-CAED-F7B6DBFAB058}"/>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495B2ADA-461A-FD6A-5CF8-C6DF73B366A2}"/>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pic>
        <p:nvPicPr>
          <p:cNvPr id="10" name="Oracle Logo" descr="Oracle Logo">
            <a:extLst>
              <a:ext uri="{FF2B5EF4-FFF2-40B4-BE49-F238E27FC236}">
                <a16:creationId xmlns:a16="http://schemas.microsoft.com/office/drawing/2014/main" id="{72096009-10CC-D3A8-D651-A6324946E61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7E4F3939-5D2F-6AB9-8C71-5E770E6D42B8}"/>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73655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Cover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888C5F5-89ED-967B-54C7-2A5658D93832}"/>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a:t>OCI and database title</a:t>
            </a:r>
            <a:br>
              <a:rPr lang="en-US"/>
            </a:br>
            <a:r>
              <a:rPr lang="en-US"/>
              <a:t>Oracle Sans Tab Bold</a:t>
            </a:r>
          </a:p>
        </p:txBody>
      </p:sp>
      <p:sp>
        <p:nvSpPr>
          <p:cNvPr id="7" name="Subhead">
            <a:extLst>
              <a:ext uri="{FF2B5EF4-FFF2-40B4-BE49-F238E27FC236}">
                <a16:creationId xmlns:a16="http://schemas.microsoft.com/office/drawing/2014/main" id="{AB3DC633-5D2F-CD08-25C4-AE0E6A2B5A5A}"/>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8" name="Text Field">
            <a:extLst>
              <a:ext uri="{FF2B5EF4-FFF2-40B4-BE49-F238E27FC236}">
                <a16:creationId xmlns:a16="http://schemas.microsoft.com/office/drawing/2014/main" id="{20484561-BBEE-F46D-7F67-EB225BA5D346}"/>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a:t>Name</a:t>
            </a:r>
          </a:p>
        </p:txBody>
      </p:sp>
      <p:sp>
        <p:nvSpPr>
          <p:cNvPr id="9" name="Text Field 2">
            <a:extLst>
              <a:ext uri="{FF2B5EF4-FFF2-40B4-BE49-F238E27FC236}">
                <a16:creationId xmlns:a16="http://schemas.microsoft.com/office/drawing/2014/main" id="{5A2D3ACC-958E-B38F-BE81-FBB225FDED02}"/>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a:t>Presenter’s Title</a:t>
            </a:r>
          </a:p>
          <a:p>
            <a:pPr lvl="0"/>
            <a:r>
              <a:rPr lang="en-US"/>
              <a:t>Organization, Division or Business Unit</a:t>
            </a:r>
          </a:p>
          <a:p>
            <a:pPr lvl="0"/>
            <a:r>
              <a:rPr lang="en-US"/>
              <a:t>Month 00, 2026</a:t>
            </a:r>
          </a:p>
        </p:txBody>
      </p:sp>
      <p:sp>
        <p:nvSpPr>
          <p:cNvPr id="5" name="Slide Number Placeholder 4">
            <a:extLst>
              <a:ext uri="{FF2B5EF4-FFF2-40B4-BE49-F238E27FC236}">
                <a16:creationId xmlns:a16="http://schemas.microsoft.com/office/drawing/2014/main" id="{E1DF1B72-C1BE-74C1-FB93-E6FBEBCD12EB}"/>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4" name="Footer Placeholder 3">
            <a:extLst>
              <a:ext uri="{FF2B5EF4-FFF2-40B4-BE49-F238E27FC236}">
                <a16:creationId xmlns:a16="http://schemas.microsoft.com/office/drawing/2014/main" id="{642B772F-C699-22CD-0BF9-575EC2076553}"/>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739DA1F-4B89-6385-9E78-4753D4109198}"/>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pic>
        <p:nvPicPr>
          <p:cNvPr id="2" name="Oracle Logo" descr="Oracle Logo">
            <a:extLst>
              <a:ext uri="{FF2B5EF4-FFF2-40B4-BE49-F238E27FC236}">
                <a16:creationId xmlns:a16="http://schemas.microsoft.com/office/drawing/2014/main" id="{6365F65B-E40A-5E02-63EB-C3DBD8E73A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11" name="Accent mark">
            <a:extLst>
              <a:ext uri="{FF2B5EF4-FFF2-40B4-BE49-F238E27FC236}">
                <a16:creationId xmlns:a16="http://schemas.microsoft.com/office/drawing/2014/main" id="{F974F57F-EE1C-2E13-9B52-D64DDE2DF988}"/>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11731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Cover_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470" y="2148840"/>
            <a:ext cx="6217920" cy="1280160"/>
          </a:xfrm>
          <a:noFill/>
        </p:spPr>
        <p:txBody>
          <a:bodyPr vert="horz" wrap="square" lIns="0" tIns="0" rIns="0" bIns="91440" rtlCol="0" anchor="b">
            <a:noAutofit/>
          </a:bodyPr>
          <a:lstStyle>
            <a:lvl1pPr>
              <a:lnSpc>
                <a:spcPct val="100000"/>
              </a:lnSpc>
              <a:defRPr lang="en-US" sz="4000" b="1" dirty="0">
                <a:latin typeface="+mn-lt"/>
              </a:defRPr>
            </a:lvl1pPr>
          </a:lstStyle>
          <a:p>
            <a:pPr lvl="0">
              <a:lnSpc>
                <a:spcPct val="100000"/>
              </a:lnSpc>
            </a:pPr>
            <a:r>
              <a:rPr lang="en-US"/>
              <a:t>Developer Title</a:t>
            </a:r>
            <a:br>
              <a:rPr lang="en-US"/>
            </a:br>
            <a:r>
              <a:rPr lang="en-US"/>
              <a:t>Oracle Sans Tab</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470" y="3519553"/>
            <a:ext cx="62179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470" y="4544568"/>
            <a:ext cx="5077970" cy="266291"/>
          </a:xfrm>
          <a:prstGeom prst="rect">
            <a:avLst/>
          </a:prstGeom>
          <a:noFill/>
        </p:spPr>
        <p:txBody>
          <a:bodyPr>
            <a:noAutofit/>
          </a:bodyPr>
          <a:lstStyle>
            <a:lvl1pPr>
              <a:lnSpc>
                <a:spcPct val="100000"/>
              </a:lnSpc>
              <a:defRPr b="1"/>
            </a:lvl1pPr>
          </a:lstStyle>
          <a:p>
            <a:pPr lvl="0"/>
            <a:r>
              <a:rPr lang="en-US"/>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470" y="4882896"/>
            <a:ext cx="5077970" cy="895181"/>
          </a:xfrm>
          <a:prstGeom prst="rect">
            <a:avLst/>
          </a:prstGeom>
          <a:noFill/>
        </p:spPr>
        <p:txBody>
          <a:bodyPr>
            <a:noAutofit/>
          </a:bodyPr>
          <a:lstStyle>
            <a:lvl1pPr>
              <a:lnSpc>
                <a:spcPct val="100000"/>
              </a:lnSpc>
              <a:defRPr/>
            </a:lvl1pPr>
          </a:lstStyle>
          <a:p>
            <a:pPr lvl="0"/>
            <a:r>
              <a:rPr lang="en-US"/>
              <a:t>Presenter’s Title</a:t>
            </a:r>
          </a:p>
          <a:p>
            <a:pPr lvl="0"/>
            <a:r>
              <a:rPr lang="en-US"/>
              <a:t>Organization, Division or Business Unit</a:t>
            </a:r>
          </a:p>
          <a:p>
            <a:pPr lvl="0"/>
            <a:r>
              <a:rPr lang="en-US"/>
              <a:t>Month 00, 2026</a:t>
            </a:r>
          </a:p>
        </p:txBody>
      </p:sp>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5" name="Slide Number Placeholder 4">
            <a:extLst>
              <a:ext uri="{FF2B5EF4-FFF2-40B4-BE49-F238E27FC236}">
                <a16:creationId xmlns:a16="http://schemas.microsoft.com/office/drawing/2014/main" id="{3DCCBFFD-1208-DC98-6F83-AD17B21EFDE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4" name="Footer Placeholder 3">
            <a:extLst>
              <a:ext uri="{FF2B5EF4-FFF2-40B4-BE49-F238E27FC236}">
                <a16:creationId xmlns:a16="http://schemas.microsoft.com/office/drawing/2014/main" id="{9C95C387-C6B6-B09D-D9C1-A530A566B205}"/>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81CE87F9-CC9A-B7B1-715A-1FC35C2906A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sp>
        <p:nvSpPr>
          <p:cNvPr id="2" name="Accent mark">
            <a:extLst>
              <a:ext uri="{FF2B5EF4-FFF2-40B4-BE49-F238E27FC236}">
                <a16:creationId xmlns:a16="http://schemas.microsoft.com/office/drawing/2014/main" id="{834756B5-7E88-686B-81C7-9145FA6393AA}"/>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70181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full-image">
    <p:bg>
      <p:bgPr>
        <a:solidFill>
          <a:schemeClr val="bg2"/>
        </a:solidFill>
        <a:effectLst/>
      </p:bgPr>
    </p:bg>
    <p:spTree>
      <p:nvGrpSpPr>
        <p:cNvPr id="1" name=""/>
        <p:cNvGrpSpPr/>
        <p:nvPr/>
      </p:nvGrpSpPr>
      <p:grpSpPr>
        <a:xfrm>
          <a:off x="0" y="0"/>
          <a:ext cx="0" cy="0"/>
          <a:chOff x="0" y="0"/>
          <a:chExt cx="0" cy="0"/>
        </a:xfrm>
      </p:grpSpPr>
      <p:sp>
        <p:nvSpPr>
          <p:cNvPr id="2" name="Gradient overlay">
            <a:extLst>
              <a:ext uri="{FF2B5EF4-FFF2-40B4-BE49-F238E27FC236}">
                <a16:creationId xmlns:a16="http://schemas.microsoft.com/office/drawing/2014/main" id="{02A90784-90AA-1B27-460D-B876463465E4}"/>
              </a:ext>
            </a:extLst>
          </p:cNvPr>
          <p:cNvSpPr>
            <a:spLocks/>
          </p:cNvSpPr>
          <p:nvPr userDrawn="1"/>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5">
            <a:extLst>
              <a:ext uri="{FF2B5EF4-FFF2-40B4-BE49-F238E27FC236}">
                <a16:creationId xmlns:a16="http://schemas.microsoft.com/office/drawing/2014/main" id="{2A8370DC-7E17-3B48-B968-7FBF1A513E5D}"/>
              </a:ext>
            </a:extLst>
          </p:cNvPr>
          <p:cNvSpPr>
            <a:spLocks noGrp="1"/>
          </p:cNvSpPr>
          <p:nvPr>
            <p:ph type="title" hasCustomPrompt="1"/>
          </p:nvPr>
        </p:nvSpPr>
        <p:spPr>
          <a:xfrm>
            <a:off x="768871" y="2337132"/>
            <a:ext cx="6217920" cy="1280160"/>
          </a:xfrm>
          <a:noFill/>
        </p:spPr>
        <p:txBody>
          <a:bodyPr vert="horz" wrap="square" lIns="0" tIns="0" rIns="0" bIns="0" rtlCol="0" anchor="b">
            <a:noAutofit/>
          </a:bodyPr>
          <a:lstStyle>
            <a:lvl1pPr>
              <a:lnSpc>
                <a:spcPct val="100000"/>
              </a:lnSpc>
              <a:defRPr lang="en-US" sz="4000" b="1" i="0" dirty="0">
                <a:solidFill>
                  <a:schemeClr val="tx1"/>
                </a:solidFill>
                <a:latin typeface="Oracle Sans Tab" panose="020B0503020204020204" pitchFamily="34" charset="0"/>
              </a:defRPr>
            </a:lvl1pPr>
          </a:lstStyle>
          <a:p>
            <a:pPr lvl="0">
              <a:lnSpc>
                <a:spcPct val="100000"/>
              </a:lnSpc>
            </a:pPr>
            <a:r>
              <a:rPr lang="en-US"/>
              <a:t>Cross-pillar, Industries, and General Divider Title</a:t>
            </a:r>
          </a:p>
        </p:txBody>
      </p:sp>
      <p:sp>
        <p:nvSpPr>
          <p:cNvPr id="11" name="Slide Number Placeholder 7">
            <a:extLst>
              <a:ext uri="{FF2B5EF4-FFF2-40B4-BE49-F238E27FC236}">
                <a16:creationId xmlns:a16="http://schemas.microsoft.com/office/drawing/2014/main" id="{F080221B-C8EC-00E9-AA2D-F8C154AA3CA5}"/>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13" name="Footer Placeholder 4">
            <a:extLst>
              <a:ext uri="{FF2B5EF4-FFF2-40B4-BE49-F238E27FC236}">
                <a16:creationId xmlns:a16="http://schemas.microsoft.com/office/drawing/2014/main" id="{6C539CEF-A482-43F9-5E0C-FBA849CD6ADB}"/>
              </a:ext>
            </a:extLst>
          </p:cNvPr>
          <p:cNvSpPr>
            <a:spLocks noGrp="1"/>
          </p:cNvSpPr>
          <p:nvPr>
            <p:ph type="ftr" sz="quarter" idx="11"/>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15" name="Date Placeholder 2">
            <a:extLst>
              <a:ext uri="{FF2B5EF4-FFF2-40B4-BE49-F238E27FC236}">
                <a16:creationId xmlns:a16="http://schemas.microsoft.com/office/drawing/2014/main" id="{F9083701-4310-37DF-B760-F9C5578E1E79}"/>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sp>
        <p:nvSpPr>
          <p:cNvPr id="4" name="Subhead">
            <a:extLst>
              <a:ext uri="{FF2B5EF4-FFF2-40B4-BE49-F238E27FC236}">
                <a16:creationId xmlns:a16="http://schemas.microsoft.com/office/drawing/2014/main" id="{AC267B18-559A-5001-F10C-C0FCF070F435}"/>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Tree>
    <p:extLst>
      <p:ext uri="{BB962C8B-B14F-4D97-AF65-F5344CB8AC3E}">
        <p14:creationId xmlns:p14="http://schemas.microsoft.com/office/powerpoint/2010/main" val="38039191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ight - Divider_Image">
    <p:bg>
      <p:bgRef idx="1001">
        <a:schemeClr val="bg2"/>
      </p:bgRef>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213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a:t>General divider with image</a:t>
            </a:r>
          </a:p>
        </p:txBody>
      </p:sp>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a:t>Click to add photo or illustration</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97377"/>
            <a:ext cx="2743200" cy="363500"/>
          </a:xfrm>
        </p:spPr>
        <p:txBody>
          <a:bodyPr/>
          <a:lstStyle/>
          <a:p>
            <a:r>
              <a:rPr lang="en-US"/>
              <a:t>[Date]</a:t>
            </a:r>
          </a:p>
        </p:txBody>
      </p:sp>
      <p:sp>
        <p:nvSpPr>
          <p:cNvPr id="17" name="Rectangle 16">
            <a:extLst>
              <a:ext uri="{FF2B5EF4-FFF2-40B4-BE49-F238E27FC236}">
                <a16:creationId xmlns:a16="http://schemas.microsoft.com/office/drawing/2014/main" id="{4C4BAD36-D319-E820-410D-209A9A879A6E}"/>
              </a:ext>
            </a:extLst>
          </p:cNvPr>
          <p:cNvSpPr/>
          <p:nvPr userDrawn="1"/>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9" name="Accent mark">
            <a:extLst>
              <a:ext uri="{FF2B5EF4-FFF2-40B4-BE49-F238E27FC236}">
                <a16:creationId xmlns:a16="http://schemas.microsoft.com/office/drawing/2014/main" id="{EF7E4D86-EF60-0FEC-3E94-F74C96841A9C}"/>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head">
            <a:extLst>
              <a:ext uri="{FF2B5EF4-FFF2-40B4-BE49-F238E27FC236}">
                <a16:creationId xmlns:a16="http://schemas.microsoft.com/office/drawing/2014/main" id="{A763B6F6-4DFA-26D0-D8A9-4B0B1409391D}"/>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Tree>
    <p:extLst>
      <p:ext uri="{BB962C8B-B14F-4D97-AF65-F5344CB8AC3E}">
        <p14:creationId xmlns:p14="http://schemas.microsoft.com/office/powerpoint/2010/main" val="1604406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rk- Divider_Image">
    <p:bg>
      <p:bgRef idx="1001">
        <a:schemeClr val="bg2"/>
      </p:bgRef>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9048"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a:t>Click to add photo or illustration</a:t>
            </a:r>
          </a:p>
        </p:txBody>
      </p:sp>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8912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a:t>General divider with image</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938"/>
            <a:ext cx="2743200" cy="363500"/>
          </a:xfrm>
        </p:spPr>
        <p:txBody>
          <a:bodyPr/>
          <a:lstStyle/>
          <a:p>
            <a:r>
              <a:rPr lang="en-US"/>
              <a:t>[Date]</a:t>
            </a:r>
          </a:p>
        </p:txBody>
      </p:sp>
      <p:sp>
        <p:nvSpPr>
          <p:cNvPr id="17" name="Rectangle 16">
            <a:extLst>
              <a:ext uri="{FF2B5EF4-FFF2-40B4-BE49-F238E27FC236}">
                <a16:creationId xmlns:a16="http://schemas.microsoft.com/office/drawing/2014/main" id="{4C4BAD36-D319-E820-410D-209A9A879A6E}"/>
              </a:ext>
            </a:extLst>
          </p:cNvPr>
          <p:cNvSpPr/>
          <p:nvPr userDrawn="1"/>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 name="Accent mark">
            <a:extLst>
              <a:ext uri="{FF2B5EF4-FFF2-40B4-BE49-F238E27FC236}">
                <a16:creationId xmlns:a16="http://schemas.microsoft.com/office/drawing/2014/main" id="{D8947E02-814A-79D0-C68B-4A7749394CC0}"/>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head">
            <a:extLst>
              <a:ext uri="{FF2B5EF4-FFF2-40B4-BE49-F238E27FC236}">
                <a16:creationId xmlns:a16="http://schemas.microsoft.com/office/drawing/2014/main" id="{C91DD99A-805D-7654-58A3-D6532DB17964}"/>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Tree>
    <p:extLst>
      <p:ext uri="{BB962C8B-B14F-4D97-AF65-F5344CB8AC3E}">
        <p14:creationId xmlns:p14="http://schemas.microsoft.com/office/powerpoint/2010/main" val="3304597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ght - Divider">
    <p:bg>
      <p:bgRef idx="1001">
        <a:schemeClr val="bg2"/>
      </p:bgRef>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789F089-C8C8-AD9E-8C9E-E12DE8E679BF}"/>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a:t>Cross-pillar, Industries, and General Divider Title</a:t>
            </a:r>
          </a:p>
        </p:txBody>
      </p:sp>
      <p:sp>
        <p:nvSpPr>
          <p:cNvPr id="10" name="Subhead">
            <a:extLst>
              <a:ext uri="{FF2B5EF4-FFF2-40B4-BE49-F238E27FC236}">
                <a16:creationId xmlns:a16="http://schemas.microsoft.com/office/drawing/2014/main" id="{7698EDA6-BDA7-E689-E9CF-BD4E37893702}"/>
              </a:ext>
            </a:extLst>
          </p:cNvPr>
          <p:cNvSpPr>
            <a:spLocks noGrp="1"/>
          </p:cNvSpPr>
          <p:nvPr>
            <p:ph type="body" sz="quarter" idx="33" hasCustomPrompt="1"/>
          </p:nvPr>
        </p:nvSpPr>
        <p:spPr>
          <a:xfrm>
            <a:off x="776689" y="4135193"/>
            <a:ext cx="62179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pic>
        <p:nvPicPr>
          <p:cNvPr id="15" name="Picture 14">
            <a:extLst>
              <a:ext uri="{FF2B5EF4-FFF2-40B4-BE49-F238E27FC236}">
                <a16:creationId xmlns:a16="http://schemas.microsoft.com/office/drawing/2014/main" id="{FB7783C8-17F8-DB45-1463-F645BB3FC44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l="44000"/>
          <a:stretch/>
        </p:blipFill>
        <p:spPr>
          <a:xfrm>
            <a:off x="5364488" y="0"/>
            <a:ext cx="6827512" cy="6858000"/>
          </a:xfrm>
          <a:prstGeom prst="rect">
            <a:avLst/>
          </a:prstGeom>
        </p:spPr>
      </p:pic>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p>
        </p:txBody>
      </p:sp>
      <p:sp>
        <p:nvSpPr>
          <p:cNvPr id="2" name="Accent mark">
            <a:extLst>
              <a:ext uri="{FF2B5EF4-FFF2-40B4-BE49-F238E27FC236}">
                <a16:creationId xmlns:a16="http://schemas.microsoft.com/office/drawing/2014/main" id="{93FBA7AF-1061-9E4C-9196-2D8F59748DFB}"/>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04679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 Divider">
    <p:bg>
      <p:bgPr>
        <a:solidFill>
          <a:schemeClr val="bg2"/>
        </a:solidFill>
        <a:effectLst/>
      </p:bgPr>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232B6FB-CB36-8E10-0171-4DD434FB37AC}"/>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a:t>Cross-pillar, Industries, and General Divider Title</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p>
        </p:txBody>
      </p:sp>
      <p:pic>
        <p:nvPicPr>
          <p:cNvPr id="15" name="Picture 14">
            <a:extLst>
              <a:ext uri="{FF2B5EF4-FFF2-40B4-BE49-F238E27FC236}">
                <a16:creationId xmlns:a16="http://schemas.microsoft.com/office/drawing/2014/main" id="{66160DD4-C190-5E08-0719-27C0571182D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l="44000"/>
          <a:stretch/>
        </p:blipFill>
        <p:spPr>
          <a:xfrm>
            <a:off x="5364488" y="0"/>
            <a:ext cx="6827512" cy="6858000"/>
          </a:xfrm>
          <a:prstGeom prst="rect">
            <a:avLst/>
          </a:prstGeom>
        </p:spPr>
      </p:pic>
      <p:sp>
        <p:nvSpPr>
          <p:cNvPr id="2" name="Accent mark">
            <a:extLst>
              <a:ext uri="{FF2B5EF4-FFF2-40B4-BE49-F238E27FC236}">
                <a16:creationId xmlns:a16="http://schemas.microsoft.com/office/drawing/2014/main" id="{FCC5560E-F594-D1CD-5CDD-54514D4DAED9}"/>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22961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a:t>Health &amp; Life Sciences </a:t>
            </a:r>
            <a:br>
              <a:rPr lang="en-US"/>
            </a:br>
            <a:r>
              <a:rPr lang="en-US"/>
              <a:t>section title</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p>
        </p:txBody>
      </p:sp>
      <p:sp>
        <p:nvSpPr>
          <p:cNvPr id="2" name="Accent mark">
            <a:extLst>
              <a:ext uri="{FF2B5EF4-FFF2-40B4-BE49-F238E27FC236}">
                <a16:creationId xmlns:a16="http://schemas.microsoft.com/office/drawing/2014/main" id="{B4CEE7C3-7EA8-C568-7AA2-03C7BCB4D729}"/>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15099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_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a:t>Fusion Suite section</a:t>
            </a:r>
            <a:br>
              <a:rPr lang="en-US"/>
            </a:br>
            <a:r>
              <a:rPr lang="en-US"/>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p>
        </p:txBody>
      </p:sp>
      <p:sp>
        <p:nvSpPr>
          <p:cNvPr id="2" name="Accent mark">
            <a:extLst>
              <a:ext uri="{FF2B5EF4-FFF2-40B4-BE49-F238E27FC236}">
                <a16:creationId xmlns:a16="http://schemas.microsoft.com/office/drawing/2014/main" id="{C6A04EFB-5851-0CBD-D5AD-B20EA6137C7E}"/>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21976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a:t>SCM Section</a:t>
            </a:r>
            <a:br>
              <a:rPr lang="en-US"/>
            </a:br>
            <a:r>
              <a:rPr lang="en-US"/>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p>
        </p:txBody>
      </p:sp>
      <p:sp>
        <p:nvSpPr>
          <p:cNvPr id="2" name="Accent mark">
            <a:extLst>
              <a:ext uri="{FF2B5EF4-FFF2-40B4-BE49-F238E27FC236}">
                <a16:creationId xmlns:a16="http://schemas.microsoft.com/office/drawing/2014/main" id="{61CB4AAC-156D-8F42-3B43-592451DF558D}"/>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10464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_6">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a:t>ERP Section</a:t>
            </a:r>
            <a:br>
              <a:rPr lang="en-US"/>
            </a:br>
            <a:r>
              <a:rPr lang="en-US"/>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p>
        </p:txBody>
      </p:sp>
      <p:sp>
        <p:nvSpPr>
          <p:cNvPr id="2" name="Accent mark">
            <a:extLst>
              <a:ext uri="{FF2B5EF4-FFF2-40B4-BE49-F238E27FC236}">
                <a16:creationId xmlns:a16="http://schemas.microsoft.com/office/drawing/2014/main" id="{BADA839C-E71A-1637-3B8E-ADCB8BC4BE79}"/>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96405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_7">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a:t>HCM Section </a:t>
            </a:r>
            <a:br>
              <a:rPr lang="en-US"/>
            </a:br>
            <a:r>
              <a:rPr lang="en-US"/>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p>
        </p:txBody>
      </p:sp>
      <p:sp>
        <p:nvSpPr>
          <p:cNvPr id="2" name="Accent mark">
            <a:extLst>
              <a:ext uri="{FF2B5EF4-FFF2-40B4-BE49-F238E27FC236}">
                <a16:creationId xmlns:a16="http://schemas.microsoft.com/office/drawing/2014/main" id="{AD2D13D9-5F9B-66C0-EF23-46B9931F9314}"/>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31489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vider_8">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a:t>CX Section</a:t>
            </a:r>
            <a:br>
              <a:rPr lang="en-US"/>
            </a:br>
            <a:r>
              <a:rPr lang="en-US"/>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p>
        </p:txBody>
      </p:sp>
      <p:sp>
        <p:nvSpPr>
          <p:cNvPr id="2" name="Accent mark">
            <a:extLst>
              <a:ext uri="{FF2B5EF4-FFF2-40B4-BE49-F238E27FC236}">
                <a16:creationId xmlns:a16="http://schemas.microsoft.com/office/drawing/2014/main" id="{9FE68091-5CE6-8692-5C8A-45B15B0580ED}"/>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62004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vider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a:t>OCI and database section</a:t>
            </a:r>
            <a:br>
              <a:rPr lang="en-US"/>
            </a:br>
            <a:r>
              <a:rPr lang="en-US"/>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p>
        </p:txBody>
      </p:sp>
      <p:sp>
        <p:nvSpPr>
          <p:cNvPr id="2" name="Accent mark">
            <a:extLst>
              <a:ext uri="{FF2B5EF4-FFF2-40B4-BE49-F238E27FC236}">
                <a16:creationId xmlns:a16="http://schemas.microsoft.com/office/drawing/2014/main" id="{4364F74D-D1B7-957A-69E2-40ADCE3043EE}"/>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93395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_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a:t>Dev Section</a:t>
            </a:r>
            <a:br>
              <a:rPr lang="en-US"/>
            </a:br>
            <a:r>
              <a:rPr lang="en-US"/>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p>
        </p:txBody>
      </p:sp>
      <p:sp>
        <p:nvSpPr>
          <p:cNvPr id="2" name="Accent mark">
            <a:extLst>
              <a:ext uri="{FF2B5EF4-FFF2-40B4-BE49-F238E27FC236}">
                <a16:creationId xmlns:a16="http://schemas.microsoft.com/office/drawing/2014/main" id="{C6A04EFB-5851-0CBD-D5AD-B20EA6137C7E}"/>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70476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ark - Impact Statement">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57F0AA-36FB-62D3-4D57-A93CAC9D50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AEA8A2"/>
                </a:solidFill>
              </a:defRPr>
            </a:lvl1pPr>
          </a:lstStyle>
          <a:p>
            <a:r>
              <a:rPr lang="en-US"/>
              <a:t>[Date]</a:t>
            </a:r>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12860511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ight - Impact Statement">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3F0458-244B-DEF1-4FC0-9B75AA8F4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2219383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ark - Quote with Data Texture Background">
    <p:bg>
      <p:bgPr>
        <a:solidFill>
          <a:schemeClr val="bg2"/>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solidFill>
                  <a:schemeClr val="tx1"/>
                </a:solidFill>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solidFill>
                  <a:schemeClr val="tx1"/>
                </a:solidFill>
              </a:defRPr>
            </a:lvl1pPr>
          </a:lstStyle>
          <a:p>
            <a:pPr lvl="0"/>
            <a:r>
              <a:rPr lang="en-US"/>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solidFill>
                  <a:schemeClr val="tx1"/>
                </a:solidFill>
              </a:defRPr>
            </a:lvl1pPr>
          </a:lstStyle>
          <a:p>
            <a:pPr lvl="0"/>
            <a:r>
              <a:rPr lang="en-US"/>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a:t>Click to add logo</a:t>
            </a:r>
          </a:p>
        </p:txBody>
      </p:sp>
      <p:sp>
        <p:nvSpPr>
          <p:cNvPr id="5" name="Accent mark">
            <a:extLst>
              <a:ext uri="{FF2B5EF4-FFF2-40B4-BE49-F238E27FC236}">
                <a16:creationId xmlns:a16="http://schemas.microsoft.com/office/drawing/2014/main" id="{E30FF1A2-459E-3E06-ED1E-7EEEFE917498}"/>
              </a:ext>
              <a:ext uri="{C183D7F6-B498-43B3-948B-1728B52AA6E4}">
                <adec:decorative xmlns:adec="http://schemas.microsoft.com/office/drawing/2017/decorative" val="1"/>
              </a:ext>
            </a:extLst>
          </p:cNvPr>
          <p:cNvSpPr/>
          <p:nvPr userDrawn="1"/>
        </p:nvSpPr>
        <p:spPr>
          <a:xfrm>
            <a:off x="762000" y="4142224"/>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D72BDD1C-BE59-17F1-F08E-E5659CE09569}"/>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4188201" y="1"/>
            <a:ext cx="8003799" cy="4114800"/>
          </a:xfrm>
          <a:prstGeom prst="rect">
            <a:avLst/>
          </a:prstGeom>
        </p:spPr>
      </p:pic>
      <p:sp>
        <p:nvSpPr>
          <p:cNvPr id="8" name="Date Placeholder 7">
            <a:extLst>
              <a:ext uri="{FF2B5EF4-FFF2-40B4-BE49-F238E27FC236}">
                <a16:creationId xmlns:a16="http://schemas.microsoft.com/office/drawing/2014/main" id="{4BE25085-4A1E-D179-F719-60F3221F88FC}"/>
              </a:ext>
            </a:extLst>
          </p:cNvPr>
          <p:cNvSpPr>
            <a:spLocks noGrp="1"/>
          </p:cNvSpPr>
          <p:nvPr>
            <p:ph type="dt" sz="half" idx="46"/>
          </p:nvPr>
        </p:nvSpPr>
        <p:spPr/>
        <p:txBody>
          <a:bodyPr/>
          <a:lstStyle>
            <a:lvl1pPr>
              <a:defRPr>
                <a:solidFill>
                  <a:srgbClr val="AEA8A2"/>
                </a:solidFill>
              </a:defRPr>
            </a:lvl1pPr>
          </a:lstStyle>
          <a:p>
            <a:r>
              <a:rPr lang="en-US"/>
              <a:t>[Date]</a:t>
            </a:r>
          </a:p>
        </p:txBody>
      </p:sp>
      <p:sp>
        <p:nvSpPr>
          <p:cNvPr id="9" name="Footer Placeholder 8">
            <a:extLst>
              <a:ext uri="{FF2B5EF4-FFF2-40B4-BE49-F238E27FC236}">
                <a16:creationId xmlns:a16="http://schemas.microsoft.com/office/drawing/2014/main" id="{BDE401F7-9E49-F0E9-B298-16D634C82200}"/>
              </a:ext>
            </a:extLst>
          </p:cNvPr>
          <p:cNvSpPr>
            <a:spLocks noGrp="1"/>
          </p:cNvSpPr>
          <p:nvPr>
            <p:ph type="ftr" sz="quarter" idx="47"/>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10" name="Slide Number Placeholder 9">
            <a:extLst>
              <a:ext uri="{FF2B5EF4-FFF2-40B4-BE49-F238E27FC236}">
                <a16:creationId xmlns:a16="http://schemas.microsoft.com/office/drawing/2014/main" id="{0845080C-B81D-10C7-DC19-C0A0D33B390A}"/>
              </a:ext>
            </a:extLst>
          </p:cNvPr>
          <p:cNvSpPr>
            <a:spLocks noGrp="1"/>
          </p:cNvSpPr>
          <p:nvPr>
            <p:ph type="sldNum" sz="quarter" idx="48"/>
          </p:nvPr>
        </p:nvSpPr>
        <p:spPr/>
        <p:txBody>
          <a:bodyPr/>
          <a:lstStyle>
            <a:lvl1pPr>
              <a:defRPr>
                <a:solidFill>
                  <a:srgbClr val="AEA8A2"/>
                </a:solidFill>
              </a:defRPr>
            </a:lvl1pPr>
          </a:lstStyle>
          <a:p>
            <a:fld id="{345D60D9-5372-5F40-9443-0F9AE5BDC3C8}" type="slidenum">
              <a:rPr lang="en-US" smtClean="0"/>
              <a:pPr/>
              <a:t>‹#›</a:t>
            </a:fld>
            <a:endParaRPr lang="en-US"/>
          </a:p>
        </p:txBody>
      </p:sp>
    </p:spTree>
    <p:extLst>
      <p:ext uri="{BB962C8B-B14F-4D97-AF65-F5344CB8AC3E}">
        <p14:creationId xmlns:p14="http://schemas.microsoft.com/office/powerpoint/2010/main" val="24049053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ight - Quote with Data Texture Background">
    <p:bg>
      <p:bgRef idx="1001">
        <a:schemeClr val="bg2"/>
      </p:bgRef>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lvl1pPr>
          </a:lstStyle>
          <a:p>
            <a:pPr lvl="0"/>
            <a:r>
              <a:rPr lang="en-US"/>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lvl1pPr>
          </a:lstStyle>
          <a:p>
            <a:pPr lvl="0"/>
            <a:r>
              <a:rPr lang="en-US"/>
              <a:t>Additional information if needed</a:t>
            </a:r>
          </a:p>
        </p:txBody>
      </p:sp>
      <p:sp>
        <p:nvSpPr>
          <p:cNvPr id="2" name="Content Placeholder 2">
            <a:extLst>
              <a:ext uri="{FF2B5EF4-FFF2-40B4-BE49-F238E27FC236}">
                <a16:creationId xmlns:a16="http://schemas.microsoft.com/office/drawing/2014/main" id="{768D3CF0-D6A4-3493-A61E-C80959981BE3}"/>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a:t>Click to add logo</a:t>
            </a:r>
          </a:p>
        </p:txBody>
      </p:sp>
      <p:sp>
        <p:nvSpPr>
          <p:cNvPr id="3" name="Accent mark">
            <a:extLst>
              <a:ext uri="{FF2B5EF4-FFF2-40B4-BE49-F238E27FC236}">
                <a16:creationId xmlns:a16="http://schemas.microsoft.com/office/drawing/2014/main" id="{9CBADFAD-5852-9F31-3F6B-B4A294448DE2}"/>
              </a:ext>
              <a:ext uri="{C183D7F6-B498-43B3-948B-1728B52AA6E4}">
                <adec:decorative xmlns:adec="http://schemas.microsoft.com/office/drawing/2017/decorative" val="1"/>
              </a:ext>
            </a:extLst>
          </p:cNvPr>
          <p:cNvSpPr/>
          <p:nvPr userDrawn="1"/>
        </p:nvSpPr>
        <p:spPr>
          <a:xfrm>
            <a:off x="762000" y="4142224"/>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A874A47A-5AA7-1775-46F8-4B4A91867200}"/>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4188201" y="0"/>
            <a:ext cx="8003799" cy="4114800"/>
          </a:xfrm>
          <a:prstGeom prst="rect">
            <a:avLst/>
          </a:prstGeom>
        </p:spPr>
      </p:pic>
      <p:sp>
        <p:nvSpPr>
          <p:cNvPr id="4" name="Date Placeholder 3">
            <a:extLst>
              <a:ext uri="{FF2B5EF4-FFF2-40B4-BE49-F238E27FC236}">
                <a16:creationId xmlns:a16="http://schemas.microsoft.com/office/drawing/2014/main" id="{3F5E1FD4-FF3D-53E2-B568-4096CAC1B9DC}"/>
              </a:ext>
            </a:extLst>
          </p:cNvPr>
          <p:cNvSpPr>
            <a:spLocks noGrp="1"/>
          </p:cNvSpPr>
          <p:nvPr>
            <p:ph type="dt" sz="half" idx="46"/>
          </p:nvPr>
        </p:nvSpPr>
        <p:spPr/>
        <p:txBody>
          <a:bodyPr/>
          <a:lstStyle>
            <a:lvl1pPr>
              <a:defRPr>
                <a:solidFill>
                  <a:srgbClr val="514C47"/>
                </a:solidFill>
              </a:defRPr>
            </a:lvl1pPr>
          </a:lstStyle>
          <a:p>
            <a:r>
              <a:rPr lang="en-US"/>
              <a:t>[Date]</a:t>
            </a:r>
          </a:p>
        </p:txBody>
      </p:sp>
      <p:sp>
        <p:nvSpPr>
          <p:cNvPr id="5" name="Footer Placeholder 4">
            <a:extLst>
              <a:ext uri="{FF2B5EF4-FFF2-40B4-BE49-F238E27FC236}">
                <a16:creationId xmlns:a16="http://schemas.microsoft.com/office/drawing/2014/main" id="{BBCA8205-86B8-B975-0254-A7323DE64A72}"/>
              </a:ext>
            </a:extLst>
          </p:cNvPr>
          <p:cNvSpPr>
            <a:spLocks noGrp="1"/>
          </p:cNvSpPr>
          <p:nvPr>
            <p:ph type="ftr" sz="quarter" idx="47"/>
          </p:nvPr>
        </p:nvSpPr>
        <p:spPr/>
        <p:txBody>
          <a:bodyPr/>
          <a:lstStyle>
            <a:lvl1pPr>
              <a:defRPr>
                <a:solidFill>
                  <a:srgbClr val="514C47"/>
                </a:solidFill>
              </a:defRPr>
            </a:lvl1pPr>
          </a:lstStyle>
          <a:p>
            <a:r>
              <a:rPr lang="en-US"/>
              <a:t>Copyright © 2026, Oracle and/or its affiliates |  Confidential: Internal/Restricted/Highly Restricted</a:t>
            </a:r>
          </a:p>
        </p:txBody>
      </p:sp>
      <p:sp>
        <p:nvSpPr>
          <p:cNvPr id="10" name="Slide Number Placeholder 9">
            <a:extLst>
              <a:ext uri="{FF2B5EF4-FFF2-40B4-BE49-F238E27FC236}">
                <a16:creationId xmlns:a16="http://schemas.microsoft.com/office/drawing/2014/main" id="{99568EA0-EDF7-FD13-065F-C2A6ACEFCE3C}"/>
              </a:ext>
            </a:extLst>
          </p:cNvPr>
          <p:cNvSpPr>
            <a:spLocks noGrp="1"/>
          </p:cNvSpPr>
          <p:nvPr>
            <p:ph type="sldNum" sz="quarter" idx="48"/>
          </p:nvPr>
        </p:nvSpPr>
        <p:spPr/>
        <p:txBody>
          <a:bodyPr/>
          <a:lstStyle>
            <a:lvl1pPr>
              <a:defRPr>
                <a:solidFill>
                  <a:srgbClr val="514C47"/>
                </a:solidFill>
              </a:defRPr>
            </a:lvl1pPr>
          </a:lstStyle>
          <a:p>
            <a:fld id="{345D60D9-5372-5F40-9443-0F9AE5BDC3C8}" type="slidenum">
              <a:rPr lang="en-US" smtClean="0"/>
              <a:pPr/>
              <a:t>‹#›</a:t>
            </a:fld>
            <a:endParaRPr lang="en-US"/>
          </a:p>
        </p:txBody>
      </p:sp>
    </p:spTree>
    <p:extLst>
      <p:ext uri="{BB962C8B-B14F-4D97-AF65-F5344CB8AC3E}">
        <p14:creationId xmlns:p14="http://schemas.microsoft.com/office/powerpoint/2010/main" val="41074020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ark - Quote, Picture, and logo">
    <p:bg>
      <p:bgPr>
        <a:solidFill>
          <a:schemeClr val="bg2"/>
        </a:solidFill>
        <a:effectLst/>
      </p:bgPr>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32887" y="4911127"/>
            <a:ext cx="5853145" cy="266291"/>
          </a:xfrm>
          <a:prstGeom prst="rect">
            <a:avLst/>
          </a:prstGeom>
        </p:spPr>
        <p:txBody>
          <a:bodyPr>
            <a:noAutofit/>
          </a:bodyPr>
          <a:lstStyle>
            <a:lvl1pPr>
              <a:lnSpc>
                <a:spcPct val="100000"/>
              </a:lnSpc>
              <a:defRPr b="1"/>
            </a:lvl1pPr>
          </a:lstStyle>
          <a:p>
            <a:pPr lvl="0"/>
            <a:r>
              <a:rPr lang="en-US"/>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32887" y="5248720"/>
            <a:ext cx="5853145" cy="786385"/>
          </a:xfrm>
          <a:prstGeom prst="rect">
            <a:avLst/>
          </a:prstGeom>
        </p:spPr>
        <p:txBody>
          <a:bodyPr>
            <a:noAutofit/>
          </a:bodyPr>
          <a:lstStyle>
            <a:lvl1pPr>
              <a:lnSpc>
                <a:spcPct val="100000"/>
              </a:lnSpc>
              <a:defRPr/>
            </a:lvl1pPr>
          </a:lstStyle>
          <a:p>
            <a:pPr lvl="0"/>
            <a:r>
              <a:rPr lang="en-US"/>
              <a:t>Additional information if needed</a:t>
            </a:r>
          </a:p>
        </p:txBody>
      </p:sp>
      <p:sp>
        <p:nvSpPr>
          <p:cNvPr id="9" name="Picture Placeholder 5">
            <a:extLst>
              <a:ext uri="{FF2B5EF4-FFF2-40B4-BE49-F238E27FC236}">
                <a16:creationId xmlns:a16="http://schemas.microsoft.com/office/drawing/2014/main" id="{DFB04560-5A82-4303-F4F4-247222B350E0}"/>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lvl1pPr>
              <a:defRPr>
                <a:solidFill>
                  <a:srgbClr val="AEA8A2"/>
                </a:solidFill>
              </a:defRPr>
            </a:lvl1pPr>
          </a:lstStyle>
          <a:p>
            <a:r>
              <a:rPr lang="en-US"/>
              <a:t>[Date]</a:t>
            </a:r>
          </a:p>
        </p:txBody>
      </p:sp>
      <p:sp>
        <p:nvSpPr>
          <p:cNvPr id="2" name="Content Placeholder 2">
            <a:extLst>
              <a:ext uri="{FF2B5EF4-FFF2-40B4-BE49-F238E27FC236}">
                <a16:creationId xmlns:a16="http://schemas.microsoft.com/office/drawing/2014/main" id="{97B60F2A-F2ED-70AD-4768-5B8EF9B56420}"/>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a:t>Click to add logo</a:t>
            </a:r>
          </a:p>
        </p:txBody>
      </p:sp>
      <p:sp>
        <p:nvSpPr>
          <p:cNvPr id="7" name="Accent mark">
            <a:extLst>
              <a:ext uri="{FF2B5EF4-FFF2-40B4-BE49-F238E27FC236}">
                <a16:creationId xmlns:a16="http://schemas.microsoft.com/office/drawing/2014/main" id="{2F96B613-1543-0150-F389-FFE2D5FA5019}"/>
              </a:ext>
              <a:ext uri="{C183D7F6-B498-43B3-948B-1728B52AA6E4}">
                <adec:decorative xmlns:adec="http://schemas.microsoft.com/office/drawing/2017/decorative" val="1"/>
              </a:ext>
            </a:extLst>
          </p:cNvPr>
          <p:cNvSpPr/>
          <p:nvPr userDrawn="1"/>
        </p:nvSpPr>
        <p:spPr>
          <a:xfrm>
            <a:off x="5828788" y="4599419"/>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DF4092F5-1A1B-33F4-5A48-CC487AB4D6D3}"/>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Tree>
    <p:extLst>
      <p:ext uri="{BB962C8B-B14F-4D97-AF65-F5344CB8AC3E}">
        <p14:creationId xmlns:p14="http://schemas.microsoft.com/office/powerpoint/2010/main" val="39625372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ight - Quote, Picture, and logo">
    <p:bg>
      <p:bgPr>
        <a:solidFill>
          <a:schemeClr val="bg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97F2045-62B9-84EC-C330-B04C4D3A0662}"/>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12" name="Quote">
            <a:extLst>
              <a:ext uri="{FF2B5EF4-FFF2-40B4-BE49-F238E27FC236}">
                <a16:creationId xmlns:a16="http://schemas.microsoft.com/office/drawing/2014/main" id="{B3A79ECA-28E8-A857-97F4-082EF2B1CAB8}"/>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28788" y="4911127"/>
            <a:ext cx="5864400" cy="266291"/>
          </a:xfrm>
          <a:prstGeom prst="rect">
            <a:avLst/>
          </a:prstGeom>
        </p:spPr>
        <p:txBody>
          <a:bodyPr>
            <a:noAutofit/>
          </a:bodyPr>
          <a:lstStyle>
            <a:lvl1pPr>
              <a:lnSpc>
                <a:spcPct val="100000"/>
              </a:lnSpc>
              <a:defRPr b="1"/>
            </a:lvl1pPr>
          </a:lstStyle>
          <a:p>
            <a:pPr lvl="0"/>
            <a:r>
              <a:rPr lang="en-US"/>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28788" y="5248720"/>
            <a:ext cx="5864400" cy="786385"/>
          </a:xfrm>
          <a:prstGeom prst="rect">
            <a:avLst/>
          </a:prstGeom>
        </p:spPr>
        <p:txBody>
          <a:bodyPr>
            <a:noAutofit/>
          </a:bodyPr>
          <a:lstStyle>
            <a:lvl1pPr>
              <a:lnSpc>
                <a:spcPct val="100000"/>
              </a:lnSpc>
              <a:defRPr/>
            </a:lvl1pPr>
          </a:lstStyle>
          <a:p>
            <a:pPr lvl="0"/>
            <a:r>
              <a:rPr lang="en-US"/>
              <a:t>Additional information if needed</a:t>
            </a:r>
          </a:p>
        </p:txBody>
      </p:sp>
      <p:sp>
        <p:nvSpPr>
          <p:cNvPr id="2" name="Content Placeholder 2">
            <a:extLst>
              <a:ext uri="{FF2B5EF4-FFF2-40B4-BE49-F238E27FC236}">
                <a16:creationId xmlns:a16="http://schemas.microsoft.com/office/drawing/2014/main" id="{B89773B8-8237-C7B1-9DF8-93B5D5BF7DEE}"/>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a:t>Click to add logo</a:t>
            </a:r>
          </a:p>
        </p:txBody>
      </p:sp>
      <p:sp>
        <p:nvSpPr>
          <p:cNvPr id="5" name="Picture Placeholder 5">
            <a:extLst>
              <a:ext uri="{FF2B5EF4-FFF2-40B4-BE49-F238E27FC236}">
                <a16:creationId xmlns:a16="http://schemas.microsoft.com/office/drawing/2014/main" id="{1F10E851-3567-F699-4B5F-02ABBB3355AC}"/>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p>
        </p:txBody>
      </p:sp>
      <p:sp>
        <p:nvSpPr>
          <p:cNvPr id="8" name="Slide Number Placeholder 7">
            <a:extLst>
              <a:ext uri="{FF2B5EF4-FFF2-40B4-BE49-F238E27FC236}">
                <a16:creationId xmlns:a16="http://schemas.microsoft.com/office/drawing/2014/main" id="{21257FF2-E055-B5F9-4582-79A01E21822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9" name="Footer Placeholder 6">
            <a:extLst>
              <a:ext uri="{FF2B5EF4-FFF2-40B4-BE49-F238E27FC236}">
                <a16:creationId xmlns:a16="http://schemas.microsoft.com/office/drawing/2014/main" id="{3432B7A5-BCFF-0B37-3621-48E5B163BE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10" name="Date Placeholder 4">
            <a:extLst>
              <a:ext uri="{FF2B5EF4-FFF2-40B4-BE49-F238E27FC236}">
                <a16:creationId xmlns:a16="http://schemas.microsoft.com/office/drawing/2014/main" id="{54EBA6F0-8007-BA20-B49E-4F5863B4E1E3}"/>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p>
        </p:txBody>
      </p:sp>
      <p:sp>
        <p:nvSpPr>
          <p:cNvPr id="3" name="Accent mark">
            <a:extLst>
              <a:ext uri="{FF2B5EF4-FFF2-40B4-BE49-F238E27FC236}">
                <a16:creationId xmlns:a16="http://schemas.microsoft.com/office/drawing/2014/main" id="{F6E69B24-94C1-6ACB-ADE4-5BD87AD69DCA}"/>
              </a:ext>
              <a:ext uri="{C183D7F6-B498-43B3-948B-1728B52AA6E4}">
                <adec:decorative xmlns:adec="http://schemas.microsoft.com/office/drawing/2017/decorative" val="1"/>
              </a:ext>
            </a:extLst>
          </p:cNvPr>
          <p:cNvSpPr/>
          <p:nvPr userDrawn="1"/>
        </p:nvSpPr>
        <p:spPr>
          <a:xfrm>
            <a:off x="5828788" y="4599419"/>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84673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ark - Single metric">
    <p:bg>
      <p:bgPr>
        <a:solidFill>
          <a:schemeClr val="bg2"/>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0EFC288-7D92-06D8-D5A4-4ADE89B89D2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139458" y="0"/>
            <a:ext cx="5052542" cy="4015900"/>
          </a:xfrm>
          <a:prstGeom prst="rect">
            <a:avLst/>
          </a:prstGeom>
        </p:spPr>
      </p:pic>
      <p:sp>
        <p:nvSpPr>
          <p:cNvPr id="3" name="Title 2">
            <a:extLst>
              <a:ext uri="{FF2B5EF4-FFF2-40B4-BE49-F238E27FC236}">
                <a16:creationId xmlns:a16="http://schemas.microsoft.com/office/drawing/2014/main" id="{B099EEEE-62A5-DE0D-FD45-A3C465FD76A0}"/>
              </a:ext>
            </a:extLst>
          </p:cNvPr>
          <p:cNvSpPr>
            <a:spLocks noGrp="1"/>
          </p:cNvSpPr>
          <p:nvPr>
            <p:ph type="title"/>
          </p:nvPr>
        </p:nvSpPr>
        <p:spPr/>
        <p:txBody>
          <a:bodyPr/>
          <a:lstStyle/>
          <a:p>
            <a:r>
              <a:rPr lang="en-US"/>
              <a:t>Click to edit Master title style</a:t>
            </a:r>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89734" y="1600200"/>
            <a:ext cx="5085287" cy="2415700"/>
          </a:xfrm>
        </p:spPr>
        <p:txBody>
          <a:bodyPr anchor="b" anchorCtr="0"/>
          <a:lstStyle>
            <a:lvl1pPr>
              <a:defRPr sz="8000" b="1">
                <a:solidFill>
                  <a:schemeClr val="tx1"/>
                </a:solidFill>
              </a:defRPr>
            </a:lvl1pPr>
          </a:lstStyle>
          <a:p>
            <a:pPr lvl="0"/>
            <a:r>
              <a:rPr lang="en-US"/>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841059"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OTag">
            <a:extLst>
              <a:ext uri="{FF2B5EF4-FFF2-40B4-BE49-F238E27FC236}">
                <a16:creationId xmlns:a16="http://schemas.microsoft.com/office/drawing/2014/main" id="{ACA200C3-3C73-A496-B531-A76CB8CAAD8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6" name="Slide Number Placeholder 7">
            <a:extLst>
              <a:ext uri="{FF2B5EF4-FFF2-40B4-BE49-F238E27FC236}">
                <a16:creationId xmlns:a16="http://schemas.microsoft.com/office/drawing/2014/main" id="{CB737692-EBCE-3DB2-EEE6-98690BCF926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10" name="Footer Placeholder 6">
            <a:extLst>
              <a:ext uri="{FF2B5EF4-FFF2-40B4-BE49-F238E27FC236}">
                <a16:creationId xmlns:a16="http://schemas.microsoft.com/office/drawing/2014/main" id="{4F04817E-BD68-D98E-68D4-B156602982E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11" name="Date Placeholder 4">
            <a:extLst>
              <a:ext uri="{FF2B5EF4-FFF2-40B4-BE49-F238E27FC236}">
                <a16:creationId xmlns:a16="http://schemas.microsoft.com/office/drawing/2014/main" id="{D8490AA6-ABB7-8870-D034-F44F2026B242}"/>
              </a:ext>
            </a:extLst>
          </p:cNvPr>
          <p:cNvSpPr>
            <a:spLocks noGrp="1"/>
          </p:cNvSpPr>
          <p:nvPr>
            <p:ph type="dt" sz="half" idx="18"/>
          </p:nvPr>
        </p:nvSpPr>
        <p:spPr>
          <a:xfrm>
            <a:off x="6873138" y="6425604"/>
            <a:ext cx="2743200" cy="363500"/>
          </a:xfrm>
        </p:spPr>
        <p:txBody>
          <a:bodyPr/>
          <a:lstStyle>
            <a:lvl1pPr>
              <a:defRPr>
                <a:solidFill>
                  <a:srgbClr val="AEA8A2"/>
                </a:solidFill>
              </a:defRPr>
            </a:lvl1pPr>
          </a:lstStyle>
          <a:p>
            <a:r>
              <a:rPr lang="en-US"/>
              <a:t>[Date]</a:t>
            </a:r>
          </a:p>
        </p:txBody>
      </p:sp>
      <p:sp>
        <p:nvSpPr>
          <p:cNvPr id="7" name="Accent mark">
            <a:extLst>
              <a:ext uri="{FF2B5EF4-FFF2-40B4-BE49-F238E27FC236}">
                <a16:creationId xmlns:a16="http://schemas.microsoft.com/office/drawing/2014/main" id="{F914C2C0-AA33-B6B2-67CF-DCC0E7C6D76B}"/>
              </a:ext>
              <a:ext uri="{C183D7F6-B498-43B3-948B-1728B52AA6E4}">
                <adec:decorative xmlns:adec="http://schemas.microsoft.com/office/drawing/2017/decorative" val="1"/>
              </a:ext>
            </a:extLst>
          </p:cNvPr>
          <p:cNvSpPr/>
          <p:nvPr userDrawn="1"/>
        </p:nvSpPr>
        <p:spPr>
          <a:xfrm>
            <a:off x="805293" y="4325102"/>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77209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ight - Single metric">
    <p:bg>
      <p:bgRef idx="1001">
        <a:schemeClr val="bg2"/>
      </p:bgRef>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C834F4C-E96D-655B-5790-3D3144B54C1C}"/>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92538" y="1600200"/>
            <a:ext cx="5072063" cy="2415700"/>
          </a:xfrm>
        </p:spPr>
        <p:txBody>
          <a:bodyPr anchor="b" anchorCtr="0"/>
          <a:lstStyle>
            <a:lvl1pPr>
              <a:lnSpc>
                <a:spcPct val="100000"/>
              </a:lnSpc>
              <a:defRPr sz="8000" b="1">
                <a:solidFill>
                  <a:schemeClr val="tx1"/>
                </a:solidFill>
              </a:defRPr>
            </a:lvl1pPr>
          </a:lstStyle>
          <a:p>
            <a:pPr lvl="0"/>
            <a:r>
              <a:rPr lang="en-US"/>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92538"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lvl1pPr>
              <a:defRPr>
                <a:solidFill>
                  <a:srgbClr val="514C47"/>
                </a:solidFill>
              </a:defRPr>
            </a:lvl1pPr>
          </a:lstStyle>
          <a:p>
            <a:r>
              <a:rPr lang="en-US"/>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lvl1pPr>
              <a:defRPr>
                <a:solidFill>
                  <a:srgbClr val="514C47"/>
                </a:solidFill>
              </a:defRPr>
            </a:lvl1pPr>
          </a:lstStyle>
          <a:p>
            <a:r>
              <a:rPr lang="en-US"/>
              <a:t>[Date]</a:t>
            </a:r>
          </a:p>
        </p:txBody>
      </p:sp>
      <p:pic>
        <p:nvPicPr>
          <p:cNvPr id="6" name="Graphic 5">
            <a:extLst>
              <a:ext uri="{FF2B5EF4-FFF2-40B4-BE49-F238E27FC236}">
                <a16:creationId xmlns:a16="http://schemas.microsoft.com/office/drawing/2014/main" id="{090275FD-F388-23AA-69ED-D3443D43843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139458" y="0"/>
            <a:ext cx="5052542" cy="4015900"/>
          </a:xfrm>
          <a:prstGeom prst="rect">
            <a:avLst/>
          </a:prstGeom>
        </p:spPr>
      </p:pic>
      <p:sp>
        <p:nvSpPr>
          <p:cNvPr id="10" name="Accent mark">
            <a:extLst>
              <a:ext uri="{FF2B5EF4-FFF2-40B4-BE49-F238E27FC236}">
                <a16:creationId xmlns:a16="http://schemas.microsoft.com/office/drawing/2014/main" id="{92B14C41-985E-E73E-2DEF-63120221F3B5}"/>
              </a:ext>
              <a:ext uri="{C183D7F6-B498-43B3-948B-1728B52AA6E4}">
                <adec:decorative xmlns:adec="http://schemas.microsoft.com/office/drawing/2017/decorative" val="1"/>
              </a:ext>
            </a:extLst>
          </p:cNvPr>
          <p:cNvSpPr/>
          <p:nvPr userDrawn="1"/>
        </p:nvSpPr>
        <p:spPr>
          <a:xfrm>
            <a:off x="805293" y="4325102"/>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0519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ark - Thank You">
    <p:bg>
      <p:bgPr>
        <a:solidFill>
          <a:schemeClr val="bg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AA3C0A9-D49F-07D5-E8FF-674CD1A1FBA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19600" y="0"/>
            <a:ext cx="7772400" cy="5181600"/>
          </a:xfrm>
          <a:prstGeom prst="rect">
            <a:avLst/>
          </a:prstGeom>
        </p:spPr>
      </p:pic>
      <p:sp>
        <p:nvSpPr>
          <p:cNvPr id="3" name="Thank you">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6" name="OTag" descr="A small square in Oracle Red with the Oracle logo in the center in white">
            <a:extLst>
              <a:ext uri="{FF2B5EF4-FFF2-40B4-BE49-F238E27FC236}">
                <a16:creationId xmlns:a16="http://schemas.microsoft.com/office/drawing/2014/main" id="{D1B4FDA6-5EB7-1320-2A88-8EA99418C4FF}"/>
              </a:ext>
              <a:ext uri="{C183D7F6-B498-43B3-948B-1728B52AA6E4}">
                <adec:decorative xmlns:adec="http://schemas.microsoft.com/office/drawing/2017/decorative" val="0"/>
              </a:ext>
            </a:extLst>
          </p:cNvPr>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3" name="Date Placeholder 12">
            <a:extLst>
              <a:ext uri="{FF2B5EF4-FFF2-40B4-BE49-F238E27FC236}">
                <a16:creationId xmlns:a16="http://schemas.microsoft.com/office/drawing/2014/main" id="{3476C750-59D6-EB09-06A9-634F34474538}"/>
              </a:ext>
            </a:extLst>
          </p:cNvPr>
          <p:cNvSpPr>
            <a:spLocks noGrp="1"/>
          </p:cNvSpPr>
          <p:nvPr>
            <p:ph type="dt" sz="half" idx="38"/>
          </p:nvPr>
        </p:nvSpPr>
        <p:spPr/>
        <p:txBody>
          <a:bodyPr/>
          <a:lstStyle>
            <a:lvl1pPr>
              <a:defRPr>
                <a:solidFill>
                  <a:srgbClr val="AEA8A2"/>
                </a:solidFill>
              </a:defRPr>
            </a:lvl1pPr>
          </a:lstStyle>
          <a:p>
            <a:r>
              <a:rPr lang="en-US"/>
              <a:t>[Date]</a:t>
            </a:r>
          </a:p>
        </p:txBody>
      </p:sp>
      <p:sp>
        <p:nvSpPr>
          <p:cNvPr id="14" name="Footer Placeholder 13">
            <a:extLst>
              <a:ext uri="{FF2B5EF4-FFF2-40B4-BE49-F238E27FC236}">
                <a16:creationId xmlns:a16="http://schemas.microsoft.com/office/drawing/2014/main" id="{C0D2E1ED-2B0F-7B22-726D-4623578504D2}"/>
              </a:ext>
            </a:extLst>
          </p:cNvPr>
          <p:cNvSpPr>
            <a:spLocks noGrp="1"/>
          </p:cNvSpPr>
          <p:nvPr>
            <p:ph type="ftr" sz="quarter" idx="39"/>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15" name="Slide Number Placeholder 14">
            <a:extLst>
              <a:ext uri="{FF2B5EF4-FFF2-40B4-BE49-F238E27FC236}">
                <a16:creationId xmlns:a16="http://schemas.microsoft.com/office/drawing/2014/main" id="{83E4861B-95EB-30B4-4A73-1871E7B14738}"/>
              </a:ext>
            </a:extLst>
          </p:cNvPr>
          <p:cNvSpPr>
            <a:spLocks noGrp="1"/>
          </p:cNvSpPr>
          <p:nvPr>
            <p:ph type="sldNum" sz="quarter" idx="40"/>
          </p:nvPr>
        </p:nvSpPr>
        <p:spPr/>
        <p:txBody>
          <a:bodyPr/>
          <a:lstStyle>
            <a:lvl1pPr>
              <a:defRPr>
                <a:solidFill>
                  <a:srgbClr val="AEA8A2"/>
                </a:solidFill>
              </a:defRPr>
            </a:lvl1pPr>
          </a:lstStyle>
          <a:p>
            <a:fld id="{345D60D9-5372-5F40-9443-0F9AE5BDC3C8}" type="slidenum">
              <a:rPr lang="en-US" smtClean="0"/>
              <a:pPr/>
              <a:t>‹#›</a:t>
            </a:fld>
            <a:endParaRPr lang="en-US"/>
          </a:p>
        </p:txBody>
      </p:sp>
      <p:sp>
        <p:nvSpPr>
          <p:cNvPr id="2" name="Accent mark">
            <a:extLst>
              <a:ext uri="{FF2B5EF4-FFF2-40B4-BE49-F238E27FC236}">
                <a16:creationId xmlns:a16="http://schemas.microsoft.com/office/drawing/2014/main" id="{AED05725-671E-C225-6DF9-7BB572CF6458}"/>
              </a:ext>
              <a:ext uri="{C183D7F6-B498-43B3-948B-1728B52AA6E4}">
                <adec:decorative xmlns:adec="http://schemas.microsoft.com/office/drawing/2017/decorative" val="1"/>
              </a:ext>
            </a:extLst>
          </p:cNvPr>
          <p:cNvSpPr/>
          <p:nvPr userDrawn="1"/>
        </p:nvSpPr>
        <p:spPr>
          <a:xfrm>
            <a:off x="792538" y="4502811"/>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88972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ight - Thank You">
    <p:bg>
      <p:bgPr>
        <a:solidFill>
          <a:schemeClr val="bg2"/>
        </a:solid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12" name="OTag" descr="A small square in Oracle Red with the Oracle logo in the center in white">
            <a:extLst>
              <a:ext uri="{FF2B5EF4-FFF2-40B4-BE49-F238E27FC236}">
                <a16:creationId xmlns:a16="http://schemas.microsoft.com/office/drawing/2014/main" id="{7700FDE2-E876-37BC-F60A-8AE5E462616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3" name="Date Placeholder 32">
            <a:extLst>
              <a:ext uri="{FF2B5EF4-FFF2-40B4-BE49-F238E27FC236}">
                <a16:creationId xmlns:a16="http://schemas.microsoft.com/office/drawing/2014/main" id="{C757BBF7-1C67-AA09-584F-7A752DCB4BC9}"/>
              </a:ext>
            </a:extLst>
          </p:cNvPr>
          <p:cNvSpPr>
            <a:spLocks noGrp="1"/>
          </p:cNvSpPr>
          <p:nvPr>
            <p:ph type="dt" sz="half" idx="38"/>
          </p:nvPr>
        </p:nvSpPr>
        <p:spPr/>
        <p:txBody>
          <a:bodyPr/>
          <a:lstStyle>
            <a:lvl1pPr>
              <a:defRPr>
                <a:solidFill>
                  <a:srgbClr val="514C47"/>
                </a:solidFill>
              </a:defRPr>
            </a:lvl1pPr>
          </a:lstStyle>
          <a:p>
            <a:r>
              <a:rPr lang="en-US"/>
              <a:t>[Date]</a:t>
            </a:r>
          </a:p>
        </p:txBody>
      </p:sp>
      <p:sp>
        <p:nvSpPr>
          <p:cNvPr id="34" name="Footer Placeholder 33">
            <a:extLst>
              <a:ext uri="{FF2B5EF4-FFF2-40B4-BE49-F238E27FC236}">
                <a16:creationId xmlns:a16="http://schemas.microsoft.com/office/drawing/2014/main" id="{2B12D776-70C0-CC40-00F8-F8AB6108C9AA}"/>
              </a:ext>
            </a:extLst>
          </p:cNvPr>
          <p:cNvSpPr>
            <a:spLocks noGrp="1"/>
          </p:cNvSpPr>
          <p:nvPr>
            <p:ph type="ftr" sz="quarter" idx="39"/>
          </p:nvPr>
        </p:nvSpPr>
        <p:spPr/>
        <p:txBody>
          <a:bodyPr/>
          <a:lstStyle>
            <a:lvl1pPr>
              <a:defRPr>
                <a:solidFill>
                  <a:srgbClr val="514C47"/>
                </a:solidFill>
              </a:defRPr>
            </a:lvl1pPr>
          </a:lstStyle>
          <a:p>
            <a:r>
              <a:rPr lang="en-US"/>
              <a:t>Copyright © 2026, Oracle and/or its affiliates |  Confidential: Internal/Restricted/Highly Restricted</a:t>
            </a:r>
          </a:p>
        </p:txBody>
      </p:sp>
      <p:sp>
        <p:nvSpPr>
          <p:cNvPr id="35" name="Slide Number Placeholder 34">
            <a:extLst>
              <a:ext uri="{FF2B5EF4-FFF2-40B4-BE49-F238E27FC236}">
                <a16:creationId xmlns:a16="http://schemas.microsoft.com/office/drawing/2014/main" id="{2021DDA7-EEBD-CE8D-1221-C07F76A0D39F}"/>
              </a:ext>
            </a:extLst>
          </p:cNvPr>
          <p:cNvSpPr>
            <a:spLocks noGrp="1"/>
          </p:cNvSpPr>
          <p:nvPr>
            <p:ph type="sldNum" sz="quarter" idx="40"/>
          </p:nvPr>
        </p:nvSpPr>
        <p:spPr/>
        <p:txBody>
          <a:bodyPr/>
          <a:lstStyle>
            <a:lvl1pPr>
              <a:defRPr>
                <a:solidFill>
                  <a:srgbClr val="514C47"/>
                </a:solidFill>
              </a:defRPr>
            </a:lvl1pPr>
          </a:lstStyle>
          <a:p>
            <a:fld id="{345D60D9-5372-5F40-9443-0F9AE5BDC3C8}" type="slidenum">
              <a:rPr lang="en-US" smtClean="0"/>
              <a:pPr/>
              <a:t>‹#›</a:t>
            </a:fld>
            <a:endParaRPr lang="en-US"/>
          </a:p>
        </p:txBody>
      </p:sp>
      <p:pic>
        <p:nvPicPr>
          <p:cNvPr id="8" name="OTag" descr="A small square in Oracle Red with the Oracle logo in the center in white">
            <a:extLst>
              <a:ext uri="{FF2B5EF4-FFF2-40B4-BE49-F238E27FC236}">
                <a16:creationId xmlns:a16="http://schemas.microsoft.com/office/drawing/2014/main" id="{3DA2B7A2-ED34-D984-C93F-D98D3EC21C92}"/>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2373" y="6464808"/>
            <a:ext cx="393192" cy="393192"/>
          </a:xfrm>
          <a:prstGeom prst="rect">
            <a:avLst/>
          </a:prstGeom>
        </p:spPr>
      </p:pic>
      <p:pic>
        <p:nvPicPr>
          <p:cNvPr id="4" name="Graphic 3">
            <a:extLst>
              <a:ext uri="{FF2B5EF4-FFF2-40B4-BE49-F238E27FC236}">
                <a16:creationId xmlns:a16="http://schemas.microsoft.com/office/drawing/2014/main" id="{155E893B-EF24-A19F-8592-D226B82D516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19600" y="0"/>
            <a:ext cx="7772400" cy="5181600"/>
          </a:xfrm>
          <a:prstGeom prst="rect">
            <a:avLst/>
          </a:prstGeom>
        </p:spPr>
      </p:pic>
      <p:sp>
        <p:nvSpPr>
          <p:cNvPr id="2" name="Accent mark">
            <a:extLst>
              <a:ext uri="{FF2B5EF4-FFF2-40B4-BE49-F238E27FC236}">
                <a16:creationId xmlns:a16="http://schemas.microsoft.com/office/drawing/2014/main" id="{B0EC2F66-9907-2F15-B317-36B39B8BBE6F}"/>
              </a:ext>
              <a:ext uri="{C183D7F6-B498-43B3-948B-1728B52AA6E4}">
                <adec:decorative xmlns:adec="http://schemas.microsoft.com/office/drawing/2017/decorative" val="1"/>
              </a:ext>
            </a:extLst>
          </p:cNvPr>
          <p:cNvSpPr/>
          <p:nvPr userDrawn="1"/>
        </p:nvSpPr>
        <p:spPr>
          <a:xfrm>
            <a:off x="792538" y="4502811"/>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38398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ark - Safe harbor_Pillar">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Safe harbor statement</a:t>
            </a:r>
          </a:p>
        </p:txBody>
      </p:sp>
      <p:sp>
        <p:nvSpPr>
          <p:cNvPr id="5" name="Slide Number Placeholder 7">
            <a:extLst>
              <a:ext uri="{FF2B5EF4-FFF2-40B4-BE49-F238E27FC236}">
                <a16:creationId xmlns:a16="http://schemas.microsoft.com/office/drawing/2014/main" id="{BAE1FE92-0B5A-C3C7-4D80-295A1C03DE54}"/>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6" name="Footer Placeholder 6">
            <a:extLst>
              <a:ext uri="{FF2B5EF4-FFF2-40B4-BE49-F238E27FC236}">
                <a16:creationId xmlns:a16="http://schemas.microsoft.com/office/drawing/2014/main" id="{F12714ED-3627-881E-09BA-8AF5C228303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1E845CA1-2B55-2D69-3680-9CE99F31519C}"/>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
        <p:nvSpPr>
          <p:cNvPr id="8" name="TextBox 7">
            <a:extLst>
              <a:ext uri="{FF2B5EF4-FFF2-40B4-BE49-F238E27FC236}">
                <a16:creationId xmlns:a16="http://schemas.microsoft.com/office/drawing/2014/main" id="{F2087D21-F78B-45C7-2C05-43C5D2F54367}"/>
              </a:ext>
            </a:extLst>
          </p:cNvPr>
          <p:cNvSpPr txBox="1"/>
          <p:nvPr userDrawn="1"/>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4926611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ight - Safe harbor_Pillar">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Safe harbor statement</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p>
        </p:txBody>
      </p:sp>
      <p:sp>
        <p:nvSpPr>
          <p:cNvPr id="5" name="TextBox 4">
            <a:extLst>
              <a:ext uri="{FF2B5EF4-FFF2-40B4-BE49-F238E27FC236}">
                <a16:creationId xmlns:a16="http://schemas.microsoft.com/office/drawing/2014/main" id="{CA4392FF-7C2C-D37B-DD7D-60C8C946E8C6}"/>
              </a:ext>
            </a:extLst>
          </p:cNvPr>
          <p:cNvSpPr txBox="1"/>
          <p:nvPr userDrawn="1"/>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2735377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Note on safe harbor/forward looking">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Safe harbor/forward looking</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p>
        </p:txBody>
      </p:sp>
      <p:sp>
        <p:nvSpPr>
          <p:cNvPr id="17" name="TextBox 16">
            <a:extLst>
              <a:ext uri="{FF2B5EF4-FFF2-40B4-BE49-F238E27FC236}">
                <a16:creationId xmlns:a16="http://schemas.microsoft.com/office/drawing/2014/main" id="{E5EA32E2-5AE7-3199-6814-98A3082209E7}"/>
              </a:ext>
            </a:extLst>
          </p:cNvPr>
          <p:cNvSpPr txBox="1"/>
          <p:nvPr userDrawn="1"/>
        </p:nvSpPr>
        <p:spPr>
          <a:xfrm>
            <a:off x="762000" y="1608575"/>
            <a:ext cx="5084064" cy="3278398"/>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a:solidFill>
                  <a:schemeClr val="tx1"/>
                </a:solidFill>
                <a:latin typeface="Oracle Sans" panose="020B0503020204020204" pitchFamily="34" charset="0"/>
                <a:ea typeface="+mn-ea"/>
                <a:cs typeface="+mn-cs"/>
              </a:rPr>
              <a:t>The Legal Entity footer is required on every slide.</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a:solidFill>
                  <a:schemeClr val="tx1"/>
                </a:solidFill>
                <a:latin typeface="Oracle Sans" panose="020B0503020204020204" pitchFamily="34" charset="0"/>
                <a:ea typeface="+mn-ea"/>
                <a:cs typeface="+mn-cs"/>
              </a:rPr>
              <a:t>The Regulatory Statement is required on the title slide, and Forward-Looking statement slide (if the Forward-Looking statement slide is needed).</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a:solidFill>
                  <a:schemeClr val="tx1"/>
                </a:solidFill>
                <a:latin typeface="Oracle Sans" panose="020B0503020204020204" pitchFamily="34" charset="0"/>
                <a:ea typeface="+mn-ea"/>
                <a:cs typeface="+mn-cs"/>
              </a:rPr>
              <a:t>The Forward-Looking statement and Safe Harbor slides are required only for external presentations that pertain to:</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a:solidFill>
                  <a:schemeClr val="tx1"/>
                </a:solidFill>
                <a:latin typeface="Oracle Sans" panose="020B0503020204020204" pitchFamily="34" charset="0"/>
                <a:ea typeface="+mn-ea"/>
                <a:cs typeface="Oracle Sans" panose="020B0503020204020204" pitchFamily="34" charset="0"/>
              </a:rPr>
              <a:t>Product launches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a:solidFill>
                  <a:schemeClr val="tx1"/>
                </a:solidFill>
                <a:latin typeface="Oracle Sans" panose="020B0503020204020204" pitchFamily="34" charset="0"/>
                <a:ea typeface="+mn-ea"/>
                <a:cs typeface="Oracle Sans" panose="020B0503020204020204" pitchFamily="34" charset="0"/>
              </a:rPr>
              <a:t>Executive presentations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a:solidFill>
                  <a:schemeClr val="tx1"/>
                </a:solidFill>
                <a:latin typeface="Oracle Sans" panose="020B0503020204020204" pitchFamily="34" charset="0"/>
                <a:ea typeface="+mn-ea"/>
                <a:cs typeface="Oracle Sans" panose="020B0503020204020204" pitchFamily="34" charset="0"/>
              </a:rPr>
              <a:t>Keynotes at major events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a:solidFill>
                  <a:schemeClr val="tx1"/>
                </a:solidFill>
                <a:latin typeface="Oracle Sans" panose="020B0503020204020204" pitchFamily="34" charset="0"/>
                <a:ea typeface="+mn-ea"/>
                <a:cs typeface="Oracle Sans" panose="020B0503020204020204" pitchFamily="34" charset="0"/>
              </a:rPr>
              <a:t>Events attended by financial analysts</a:t>
            </a:r>
          </a:p>
        </p:txBody>
      </p:sp>
      <p:sp>
        <p:nvSpPr>
          <p:cNvPr id="19" name="TextBox 18">
            <a:extLst>
              <a:ext uri="{FF2B5EF4-FFF2-40B4-BE49-F238E27FC236}">
                <a16:creationId xmlns:a16="http://schemas.microsoft.com/office/drawing/2014/main" id="{08E9360F-1286-D2C8-A87B-E68B6EAEB555}"/>
              </a:ext>
            </a:extLst>
          </p:cNvPr>
          <p:cNvSpPr txBox="1"/>
          <p:nvPr userDrawn="1"/>
        </p:nvSpPr>
        <p:spPr>
          <a:xfrm>
            <a:off x="6345936" y="1608575"/>
            <a:ext cx="5084064" cy="3414589"/>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a:solidFill>
                  <a:schemeClr val="tx1"/>
                </a:solidFill>
                <a:latin typeface="Oracle Sans" panose="020B0503020204020204" pitchFamily="34" charset="0"/>
                <a:ea typeface="+mn-ea"/>
                <a:cs typeface="+mn-cs"/>
              </a:rPr>
              <a:t>If it is required, it should appear twice: after the title slide and at the end of the slide deck.  When video recording, there should be a 3  second camera hold on the final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a:solidFill>
                  <a:schemeClr val="tx1"/>
                </a:solidFill>
                <a:latin typeface="Oracle Sans" panose="020B0503020204020204" pitchFamily="34" charset="0"/>
                <a:ea typeface="+mn-ea"/>
                <a:cs typeface="+mn-cs"/>
              </a:rPr>
              <a:t>The Safe harbor slide should be placed immediately following the title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a:solidFill>
                  <a:srgbClr val="C74634"/>
                </a:solidFill>
                <a:latin typeface="Oracle Sans" panose="020B0503020204020204" pitchFamily="34" charset="0"/>
                <a:ea typeface="+mn-ea"/>
                <a:cs typeface="+mn-cs"/>
              </a:rPr>
              <a:t>If the presentation does not pertain to any one of the above, the Forward-Looking statement and Safe harbor slides can be left out entirely and should be deleted</a:t>
            </a:r>
          </a:p>
        </p:txBody>
      </p:sp>
      <p:cxnSp>
        <p:nvCxnSpPr>
          <p:cNvPr id="21" name="Column Divider">
            <a:extLst>
              <a:ext uri="{FF2B5EF4-FFF2-40B4-BE49-F238E27FC236}">
                <a16:creationId xmlns:a16="http://schemas.microsoft.com/office/drawing/2014/main" id="{FE86E375-F9AA-0C37-50B8-D4BCE2883B9B}"/>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3248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peaker_1_Name">
    <p:bg>
      <p:bgRef idx="1001">
        <a:schemeClr val="bg2"/>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BAF64E6-5E39-81BB-7AF4-2A1C20BBC0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rot="10800000">
            <a:off x="0" y="3611878"/>
            <a:ext cx="6314112" cy="3246122"/>
          </a:xfrm>
          <a:prstGeom prst="rect">
            <a:avLst/>
          </a:prstGeom>
        </p:spPr>
      </p:pic>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One speaker on stage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a:p>
        </p:txBody>
      </p:sp>
      <p:sp>
        <p:nvSpPr>
          <p:cNvPr id="4" name="Text Placeholder 33">
            <a:extLst>
              <a:ext uri="{FF2B5EF4-FFF2-40B4-BE49-F238E27FC236}">
                <a16:creationId xmlns:a16="http://schemas.microsoft.com/office/drawing/2014/main" id="{23FEB0B4-B182-7549-DC07-DDA74F8C8764}"/>
              </a:ext>
            </a:extLst>
          </p:cNvPr>
          <p:cNvSpPr>
            <a:spLocks noGrp="1"/>
          </p:cNvSpPr>
          <p:nvPr>
            <p:ph type="body" sz="quarter" idx="13" hasCustomPrompt="1"/>
          </p:nvPr>
        </p:nvSpPr>
        <p:spPr>
          <a:xfrm>
            <a:off x="3810000" y="2720621"/>
            <a:ext cx="4572000" cy="640073"/>
          </a:xfrm>
        </p:spPr>
        <p:txBody>
          <a:bodyPr vert="horz" lIns="0" tIns="0" rIns="0" bIns="0" rtlCol="0" anchor="b" anchorCtr="0">
            <a:noAutofit/>
          </a:bodyPr>
          <a:lstStyle>
            <a:lvl1pPr algn="ctr">
              <a:lnSpc>
                <a:spcPct val="100000"/>
              </a:lnSpc>
              <a:defRPr lang="en-US" sz="2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5" name="Text Placeholder 33">
            <a:extLst>
              <a:ext uri="{FF2B5EF4-FFF2-40B4-BE49-F238E27FC236}">
                <a16:creationId xmlns:a16="http://schemas.microsoft.com/office/drawing/2014/main" id="{580B83F2-896B-0C6B-B807-89AAAC67626C}"/>
              </a:ext>
            </a:extLst>
          </p:cNvPr>
          <p:cNvSpPr>
            <a:spLocks noGrp="1"/>
          </p:cNvSpPr>
          <p:nvPr>
            <p:ph type="body" sz="quarter" idx="14" hasCustomPrompt="1"/>
          </p:nvPr>
        </p:nvSpPr>
        <p:spPr>
          <a:xfrm>
            <a:off x="3810000" y="3359674"/>
            <a:ext cx="4572000" cy="640073"/>
          </a:xfrm>
        </p:spPr>
        <p:txBody>
          <a:bodyPr vert="horz" lIns="0" tIns="0" rIns="0" bIns="0" rtlCol="0" anchor="t" anchorCtr="0">
            <a:noAutofit/>
          </a:bodyPr>
          <a:lstStyle>
            <a:lvl1pPr algn="ctr">
              <a:lnSpc>
                <a:spcPct val="100000"/>
              </a:lnSpc>
              <a:defRPr lang="en-US" sz="2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Internal/Restricted/Highly Restricted</a:t>
            </a:r>
          </a:p>
        </p:txBody>
      </p:sp>
    </p:spTree>
    <p:extLst>
      <p:ext uri="{BB962C8B-B14F-4D97-AF65-F5344CB8AC3E}">
        <p14:creationId xmlns:p14="http://schemas.microsoft.com/office/powerpoint/2010/main" val="7990251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peaker_2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Two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6" name="Text Placeholder 33">
            <a:extLst>
              <a:ext uri="{FF2B5EF4-FFF2-40B4-BE49-F238E27FC236}">
                <a16:creationId xmlns:a16="http://schemas.microsoft.com/office/drawing/2014/main" id="{B08936F9-0286-6F6F-D932-A07929F397D4}"/>
              </a:ext>
            </a:extLst>
          </p:cNvPr>
          <p:cNvSpPr>
            <a:spLocks noGrp="1"/>
          </p:cNvSpPr>
          <p:nvPr>
            <p:ph type="body" sz="quarter" idx="13" hasCustomPrompt="1"/>
          </p:nvPr>
        </p:nvSpPr>
        <p:spPr>
          <a:xfrm>
            <a:off x="807676" y="1937607"/>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7" name="Text Placeholder 33">
            <a:extLst>
              <a:ext uri="{FF2B5EF4-FFF2-40B4-BE49-F238E27FC236}">
                <a16:creationId xmlns:a16="http://schemas.microsoft.com/office/drawing/2014/main" id="{0715FEE8-35E5-A66D-91EB-17A751EFD8E6}"/>
              </a:ext>
            </a:extLst>
          </p:cNvPr>
          <p:cNvSpPr>
            <a:spLocks noGrp="1"/>
          </p:cNvSpPr>
          <p:nvPr>
            <p:ph type="body" sz="quarter" idx="14" hasCustomPrompt="1"/>
          </p:nvPr>
        </p:nvSpPr>
        <p:spPr>
          <a:xfrm>
            <a:off x="807676" y="2576660"/>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12" name="Text Placeholder 33">
            <a:extLst>
              <a:ext uri="{FF2B5EF4-FFF2-40B4-BE49-F238E27FC236}">
                <a16:creationId xmlns:a16="http://schemas.microsoft.com/office/drawing/2014/main" id="{A476E992-5CB8-77CD-3D59-FC21C7FE9867}"/>
              </a:ext>
            </a:extLst>
          </p:cNvPr>
          <p:cNvSpPr>
            <a:spLocks noGrp="1"/>
          </p:cNvSpPr>
          <p:nvPr>
            <p:ph type="body" sz="quarter" idx="19" hasCustomPrompt="1"/>
          </p:nvPr>
        </p:nvSpPr>
        <p:spPr>
          <a:xfrm>
            <a:off x="792538" y="3429000"/>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13" name="Text Placeholder 33">
            <a:extLst>
              <a:ext uri="{FF2B5EF4-FFF2-40B4-BE49-F238E27FC236}">
                <a16:creationId xmlns:a16="http://schemas.microsoft.com/office/drawing/2014/main" id="{A493C7D7-4F9B-DA7C-D7EB-59661A8EBDF7}"/>
              </a:ext>
            </a:extLst>
          </p:cNvPr>
          <p:cNvSpPr>
            <a:spLocks noGrp="1"/>
          </p:cNvSpPr>
          <p:nvPr>
            <p:ph type="body" sz="quarter" idx="20" hasCustomPrompt="1"/>
          </p:nvPr>
        </p:nvSpPr>
        <p:spPr>
          <a:xfrm>
            <a:off x="792538" y="4068053"/>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3189835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peaker_3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Three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p>
        </p:txBody>
      </p:sp>
      <p:sp>
        <p:nvSpPr>
          <p:cNvPr id="2" name="Text Placeholder 33">
            <a:extLst>
              <a:ext uri="{FF2B5EF4-FFF2-40B4-BE49-F238E27FC236}">
                <a16:creationId xmlns:a16="http://schemas.microsoft.com/office/drawing/2014/main" id="{B9B847CE-1494-EB76-B9F7-38F201281C5C}"/>
              </a:ext>
            </a:extLst>
          </p:cNvPr>
          <p:cNvSpPr>
            <a:spLocks noGrp="1"/>
          </p:cNvSpPr>
          <p:nvPr>
            <p:ph type="body" sz="quarter" idx="13" hasCustomPrompt="1"/>
          </p:nvPr>
        </p:nvSpPr>
        <p:spPr>
          <a:xfrm>
            <a:off x="797773" y="132590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4" name="Text Placeholder 33">
            <a:extLst>
              <a:ext uri="{FF2B5EF4-FFF2-40B4-BE49-F238E27FC236}">
                <a16:creationId xmlns:a16="http://schemas.microsoft.com/office/drawing/2014/main" id="{2CBD8601-0EE0-1C22-9AF2-15631BDB0B16}"/>
              </a:ext>
            </a:extLst>
          </p:cNvPr>
          <p:cNvSpPr>
            <a:spLocks noGrp="1"/>
          </p:cNvSpPr>
          <p:nvPr>
            <p:ph type="body" sz="quarter" idx="14" hasCustomPrompt="1"/>
          </p:nvPr>
        </p:nvSpPr>
        <p:spPr>
          <a:xfrm>
            <a:off x="797774" y="196495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5" name="Text Placeholder 33">
            <a:extLst>
              <a:ext uri="{FF2B5EF4-FFF2-40B4-BE49-F238E27FC236}">
                <a16:creationId xmlns:a16="http://schemas.microsoft.com/office/drawing/2014/main" id="{0A0EB793-5D1B-7CAC-A983-72F74B5C0FB6}"/>
              </a:ext>
            </a:extLst>
          </p:cNvPr>
          <p:cNvSpPr>
            <a:spLocks noGrp="1"/>
          </p:cNvSpPr>
          <p:nvPr>
            <p:ph type="body" sz="quarter" idx="28" hasCustomPrompt="1"/>
          </p:nvPr>
        </p:nvSpPr>
        <p:spPr>
          <a:xfrm>
            <a:off x="792538" y="2792454"/>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14" name="Text Placeholder 33">
            <a:extLst>
              <a:ext uri="{FF2B5EF4-FFF2-40B4-BE49-F238E27FC236}">
                <a16:creationId xmlns:a16="http://schemas.microsoft.com/office/drawing/2014/main" id="{C8830B92-077C-42C2-7CF4-32E57CCAA196}"/>
              </a:ext>
            </a:extLst>
          </p:cNvPr>
          <p:cNvSpPr>
            <a:spLocks noGrp="1"/>
          </p:cNvSpPr>
          <p:nvPr>
            <p:ph type="body" sz="quarter" idx="29" hasCustomPrompt="1"/>
          </p:nvPr>
        </p:nvSpPr>
        <p:spPr>
          <a:xfrm>
            <a:off x="792539" y="3431508"/>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15" name="Text Placeholder 33">
            <a:extLst>
              <a:ext uri="{FF2B5EF4-FFF2-40B4-BE49-F238E27FC236}">
                <a16:creationId xmlns:a16="http://schemas.microsoft.com/office/drawing/2014/main" id="{283801B3-C270-4242-E8A4-95C95B9D6FBD}"/>
              </a:ext>
            </a:extLst>
          </p:cNvPr>
          <p:cNvSpPr>
            <a:spLocks noGrp="1"/>
          </p:cNvSpPr>
          <p:nvPr>
            <p:ph type="body" sz="quarter" idx="30" hasCustomPrompt="1"/>
          </p:nvPr>
        </p:nvSpPr>
        <p:spPr>
          <a:xfrm>
            <a:off x="795484" y="431229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16" name="Text Placeholder 33">
            <a:extLst>
              <a:ext uri="{FF2B5EF4-FFF2-40B4-BE49-F238E27FC236}">
                <a16:creationId xmlns:a16="http://schemas.microsoft.com/office/drawing/2014/main" id="{BF454C50-6F7C-4662-4836-A1158EEF6D4C}"/>
              </a:ext>
            </a:extLst>
          </p:cNvPr>
          <p:cNvSpPr>
            <a:spLocks noGrp="1"/>
          </p:cNvSpPr>
          <p:nvPr>
            <p:ph type="body" sz="quarter" idx="31" hasCustomPrompt="1"/>
          </p:nvPr>
        </p:nvSpPr>
        <p:spPr>
          <a:xfrm>
            <a:off x="795485" y="495134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a:p>
        </p:txBody>
      </p:sp>
    </p:spTree>
    <p:extLst>
      <p:ext uri="{BB962C8B-B14F-4D97-AF65-F5344CB8AC3E}">
        <p14:creationId xmlns:p14="http://schemas.microsoft.com/office/powerpoint/2010/main" val="13623243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peaker_4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Four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a:p>
        </p:txBody>
      </p:sp>
      <p:sp>
        <p:nvSpPr>
          <p:cNvPr id="6" name="Text Placeholder 33">
            <a:extLst>
              <a:ext uri="{FF2B5EF4-FFF2-40B4-BE49-F238E27FC236}">
                <a16:creationId xmlns:a16="http://schemas.microsoft.com/office/drawing/2014/main" id="{F9F38D12-CAEB-FD20-511D-40562DCAA1EA}"/>
              </a:ext>
            </a:extLst>
          </p:cNvPr>
          <p:cNvSpPr>
            <a:spLocks noGrp="1"/>
          </p:cNvSpPr>
          <p:nvPr>
            <p:ph type="body" sz="quarter" idx="13" hasCustomPrompt="1"/>
          </p:nvPr>
        </p:nvSpPr>
        <p:spPr>
          <a:xfrm>
            <a:off x="784794" y="2108629"/>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7" name="Text Placeholder 33">
            <a:extLst>
              <a:ext uri="{FF2B5EF4-FFF2-40B4-BE49-F238E27FC236}">
                <a16:creationId xmlns:a16="http://schemas.microsoft.com/office/drawing/2014/main" id="{A141B714-1A78-6D82-F378-939B470D8736}"/>
              </a:ext>
            </a:extLst>
          </p:cNvPr>
          <p:cNvSpPr>
            <a:spLocks noGrp="1"/>
          </p:cNvSpPr>
          <p:nvPr>
            <p:ph type="body" sz="quarter" idx="14" hasCustomPrompt="1"/>
          </p:nvPr>
        </p:nvSpPr>
        <p:spPr>
          <a:xfrm>
            <a:off x="784795" y="2747683"/>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br>
              <a:rPr lang="en-US"/>
            </a:br>
            <a:r>
              <a:rPr lang="en-US"/>
              <a:t>Title</a:t>
            </a:r>
          </a:p>
        </p:txBody>
      </p:sp>
      <p:sp>
        <p:nvSpPr>
          <p:cNvPr id="12" name="Text Placeholder 33">
            <a:extLst>
              <a:ext uri="{FF2B5EF4-FFF2-40B4-BE49-F238E27FC236}">
                <a16:creationId xmlns:a16="http://schemas.microsoft.com/office/drawing/2014/main" id="{B1EDA4C5-F281-1193-82E6-0BFE5AE994AE}"/>
              </a:ext>
            </a:extLst>
          </p:cNvPr>
          <p:cNvSpPr>
            <a:spLocks noGrp="1"/>
          </p:cNvSpPr>
          <p:nvPr>
            <p:ph type="body" sz="quarter" idx="35" hasCustomPrompt="1"/>
          </p:nvPr>
        </p:nvSpPr>
        <p:spPr>
          <a:xfrm>
            <a:off x="784795" y="3484327"/>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13" name="Text Placeholder 33">
            <a:extLst>
              <a:ext uri="{FF2B5EF4-FFF2-40B4-BE49-F238E27FC236}">
                <a16:creationId xmlns:a16="http://schemas.microsoft.com/office/drawing/2014/main" id="{F247EF2C-2986-0D95-AC50-EE6C68BB5CE4}"/>
              </a:ext>
            </a:extLst>
          </p:cNvPr>
          <p:cNvSpPr>
            <a:spLocks noGrp="1"/>
          </p:cNvSpPr>
          <p:nvPr>
            <p:ph type="body" sz="quarter" idx="36" hasCustomPrompt="1"/>
          </p:nvPr>
        </p:nvSpPr>
        <p:spPr>
          <a:xfrm>
            <a:off x="784796" y="4123381"/>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br>
              <a:rPr lang="en-US"/>
            </a:br>
            <a:r>
              <a:rPr lang="en-US"/>
              <a:t>Title</a:t>
            </a:r>
          </a:p>
        </p:txBody>
      </p:sp>
      <p:sp>
        <p:nvSpPr>
          <p:cNvPr id="17" name="Text Placeholder 33">
            <a:extLst>
              <a:ext uri="{FF2B5EF4-FFF2-40B4-BE49-F238E27FC236}">
                <a16:creationId xmlns:a16="http://schemas.microsoft.com/office/drawing/2014/main" id="{0B404AA4-79A5-18F0-CE9F-3921A0925B1E}"/>
              </a:ext>
            </a:extLst>
          </p:cNvPr>
          <p:cNvSpPr>
            <a:spLocks noGrp="1"/>
          </p:cNvSpPr>
          <p:nvPr>
            <p:ph type="body" sz="quarter" idx="37" hasCustomPrompt="1"/>
          </p:nvPr>
        </p:nvSpPr>
        <p:spPr>
          <a:xfrm>
            <a:off x="5806438" y="2130723"/>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18" name="Text Placeholder 33">
            <a:extLst>
              <a:ext uri="{FF2B5EF4-FFF2-40B4-BE49-F238E27FC236}">
                <a16:creationId xmlns:a16="http://schemas.microsoft.com/office/drawing/2014/main" id="{097CCA77-6454-4A36-DDFB-A9DE63B5C7E2}"/>
              </a:ext>
            </a:extLst>
          </p:cNvPr>
          <p:cNvSpPr>
            <a:spLocks noGrp="1"/>
          </p:cNvSpPr>
          <p:nvPr>
            <p:ph type="body" sz="quarter" idx="38" hasCustomPrompt="1"/>
          </p:nvPr>
        </p:nvSpPr>
        <p:spPr>
          <a:xfrm>
            <a:off x="5806439" y="2769777"/>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br>
              <a:rPr lang="en-US"/>
            </a:br>
            <a:r>
              <a:rPr lang="en-US"/>
              <a:t>Title</a:t>
            </a:r>
          </a:p>
        </p:txBody>
      </p:sp>
      <p:sp>
        <p:nvSpPr>
          <p:cNvPr id="19" name="Text Placeholder 33">
            <a:extLst>
              <a:ext uri="{FF2B5EF4-FFF2-40B4-BE49-F238E27FC236}">
                <a16:creationId xmlns:a16="http://schemas.microsoft.com/office/drawing/2014/main" id="{644A9E89-1875-451D-C69D-99660290007D}"/>
              </a:ext>
            </a:extLst>
          </p:cNvPr>
          <p:cNvSpPr>
            <a:spLocks noGrp="1"/>
          </p:cNvSpPr>
          <p:nvPr>
            <p:ph type="body" sz="quarter" idx="39" hasCustomPrompt="1"/>
          </p:nvPr>
        </p:nvSpPr>
        <p:spPr>
          <a:xfrm>
            <a:off x="5806439" y="3506421"/>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20" name="Text Placeholder 33">
            <a:extLst>
              <a:ext uri="{FF2B5EF4-FFF2-40B4-BE49-F238E27FC236}">
                <a16:creationId xmlns:a16="http://schemas.microsoft.com/office/drawing/2014/main" id="{EC89510A-FA47-936C-E9A3-AD214B164A82}"/>
              </a:ext>
            </a:extLst>
          </p:cNvPr>
          <p:cNvSpPr>
            <a:spLocks noGrp="1"/>
          </p:cNvSpPr>
          <p:nvPr>
            <p:ph type="body" sz="quarter" idx="40" hasCustomPrompt="1"/>
          </p:nvPr>
        </p:nvSpPr>
        <p:spPr>
          <a:xfrm>
            <a:off x="5806440" y="4145475"/>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br>
              <a:rPr lang="en-US"/>
            </a:br>
            <a:r>
              <a:rPr lang="en-US"/>
              <a:t>Title</a:t>
            </a:r>
          </a:p>
        </p:txBody>
      </p:sp>
    </p:spTree>
    <p:extLst>
      <p:ext uri="{BB962C8B-B14F-4D97-AF65-F5344CB8AC3E}">
        <p14:creationId xmlns:p14="http://schemas.microsoft.com/office/powerpoint/2010/main" val="28619730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ark - Agenda">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pic>
        <p:nvPicPr>
          <p:cNvPr id="6" name="Graphic 5">
            <a:extLst>
              <a:ext uri="{FF2B5EF4-FFF2-40B4-BE49-F238E27FC236}">
                <a16:creationId xmlns:a16="http://schemas.microsoft.com/office/drawing/2014/main" id="{B7C245D0-133C-ECC7-9932-A6CB83D09C6C}"/>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Tree>
    <p:extLst>
      <p:ext uri="{BB962C8B-B14F-4D97-AF65-F5344CB8AC3E}">
        <p14:creationId xmlns:p14="http://schemas.microsoft.com/office/powerpoint/2010/main" val="8791200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ight - Agenda">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p>
        </p:txBody>
      </p:sp>
      <p:pic>
        <p:nvPicPr>
          <p:cNvPr id="6" name="Graphic 5">
            <a:extLst>
              <a:ext uri="{FF2B5EF4-FFF2-40B4-BE49-F238E27FC236}">
                <a16:creationId xmlns:a16="http://schemas.microsoft.com/office/drawing/2014/main" id="{B7C245D0-133C-ECC7-9932-A6CB83D09C6C}"/>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Tree>
    <p:extLst>
      <p:ext uri="{BB962C8B-B14F-4D97-AF65-F5344CB8AC3E}">
        <p14:creationId xmlns:p14="http://schemas.microsoft.com/office/powerpoint/2010/main" val="34337567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ark - Agenda Table">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pic>
        <p:nvPicPr>
          <p:cNvPr id="6" name="Graphic 5">
            <a:extLst>
              <a:ext uri="{FF2B5EF4-FFF2-40B4-BE49-F238E27FC236}">
                <a16:creationId xmlns:a16="http://schemas.microsoft.com/office/drawing/2014/main" id="{B7C245D0-133C-ECC7-9932-A6CB83D09C6C}"/>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a:t>1</a:t>
            </a:r>
          </a:p>
          <a:p>
            <a:pPr lvl="0"/>
            <a:r>
              <a:rPr lang="en-US"/>
              <a:t>2</a:t>
            </a:r>
          </a:p>
          <a:p>
            <a:pPr lvl="0"/>
            <a:r>
              <a:rPr lang="en-US"/>
              <a:t>3</a:t>
            </a:r>
          </a:p>
          <a:p>
            <a:pPr lvl="0"/>
            <a:r>
              <a:rPr lang="en-US"/>
              <a:t>4</a:t>
            </a:r>
          </a:p>
          <a:p>
            <a:pPr lvl="0"/>
            <a:r>
              <a:rPr lang="en-US"/>
              <a:t>5</a:t>
            </a:r>
          </a:p>
          <a:p>
            <a:pPr lvl="0"/>
            <a:r>
              <a:rPr lang="en-US"/>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76371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ight - Agenda Table">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p>
        </p:txBody>
      </p:sp>
      <p:pic>
        <p:nvPicPr>
          <p:cNvPr id="6" name="Graphic 5">
            <a:extLst>
              <a:ext uri="{FF2B5EF4-FFF2-40B4-BE49-F238E27FC236}">
                <a16:creationId xmlns:a16="http://schemas.microsoft.com/office/drawing/2014/main" id="{B7C245D0-133C-ECC7-9932-A6CB83D09C6C}"/>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a:t>1</a:t>
            </a:r>
          </a:p>
          <a:p>
            <a:pPr lvl="0"/>
            <a:r>
              <a:rPr lang="en-US"/>
              <a:t>2</a:t>
            </a:r>
          </a:p>
          <a:p>
            <a:pPr lvl="0"/>
            <a:r>
              <a:rPr lang="en-US"/>
              <a:t>3</a:t>
            </a:r>
          </a:p>
          <a:p>
            <a:pPr lvl="0"/>
            <a:r>
              <a:rPr lang="en-US"/>
              <a:t>4</a:t>
            </a:r>
          </a:p>
          <a:p>
            <a:pPr lvl="0"/>
            <a:r>
              <a:rPr lang="en-US"/>
              <a:t>5</a:t>
            </a:r>
          </a:p>
          <a:p>
            <a:pPr lvl="0"/>
            <a:r>
              <a:rPr lang="en-US"/>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500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Multi Statement – Dark">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02316B0-6023-861C-5784-4ACA42BE9631}"/>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4861624" y="0"/>
            <a:ext cx="7330375" cy="3768589"/>
          </a:xfrm>
          <a:prstGeom prst="rect">
            <a:avLst/>
          </a:prstGeom>
        </p:spPr>
      </p:pic>
      <p:sp>
        <p:nvSpPr>
          <p:cNvPr id="9" name="Date Placeholder 4">
            <a:extLst>
              <a:ext uri="{FF2B5EF4-FFF2-40B4-BE49-F238E27FC236}">
                <a16:creationId xmlns:a16="http://schemas.microsoft.com/office/drawing/2014/main" id="{22E0D5EC-D2F7-32C7-0542-FE33CC5E7C6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
        <p:nvSpPr>
          <p:cNvPr id="6" name="Text Placeholder 2">
            <a:extLst>
              <a:ext uri="{FF2B5EF4-FFF2-40B4-BE49-F238E27FC236}">
                <a16:creationId xmlns:a16="http://schemas.microsoft.com/office/drawing/2014/main" id="{E4DCF24B-59BC-04B0-B557-EEF59BF81E12}"/>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a:t>Click to edit Headline</a:t>
            </a:r>
          </a:p>
        </p:txBody>
      </p:sp>
      <p:sp>
        <p:nvSpPr>
          <p:cNvPr id="10" name="Text Placeholder 4">
            <a:extLst>
              <a:ext uri="{FF2B5EF4-FFF2-40B4-BE49-F238E27FC236}">
                <a16:creationId xmlns:a16="http://schemas.microsoft.com/office/drawing/2014/main" id="{44B2EADF-9C30-D624-9DFD-FDBFF41F8B1B}"/>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a:t>Click to edit Headline</a:t>
            </a:r>
          </a:p>
        </p:txBody>
      </p:sp>
      <p:sp>
        <p:nvSpPr>
          <p:cNvPr id="11" name="Text Placeholder 7">
            <a:extLst>
              <a:ext uri="{FF2B5EF4-FFF2-40B4-BE49-F238E27FC236}">
                <a16:creationId xmlns:a16="http://schemas.microsoft.com/office/drawing/2014/main" id="{E7E762A4-B873-A5F3-276F-B1A4DD5DC4A0}"/>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a:t>Click to edit Headline</a:t>
            </a:r>
          </a:p>
        </p:txBody>
      </p:sp>
      <p:sp>
        <p:nvSpPr>
          <p:cNvPr id="2" name="Slide Number Placeholder 7">
            <a:extLst>
              <a:ext uri="{FF2B5EF4-FFF2-40B4-BE49-F238E27FC236}">
                <a16:creationId xmlns:a16="http://schemas.microsoft.com/office/drawing/2014/main" id="{7987ACB5-95D6-365C-795A-D276B2B66E15}"/>
              </a:ext>
            </a:extLst>
          </p:cNvPr>
          <p:cNvSpPr>
            <a:spLocks noGrp="1"/>
          </p:cNvSpPr>
          <p:nvPr>
            <p:ph type="sldNum" sz="quarter" idx="2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7" name="Footer Placeholder 6">
            <a:extLst>
              <a:ext uri="{FF2B5EF4-FFF2-40B4-BE49-F238E27FC236}">
                <a16:creationId xmlns:a16="http://schemas.microsoft.com/office/drawing/2014/main" id="{2CDB5C85-6ACF-BB32-518A-0AE8B7DD3CE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pic>
        <p:nvPicPr>
          <p:cNvPr id="24" name="OTag" descr="A small square in Oracle Red with the Oracle logo in the center in white">
            <a:extLst>
              <a:ext uri="{FF2B5EF4-FFF2-40B4-BE49-F238E27FC236}">
                <a16:creationId xmlns:a16="http://schemas.microsoft.com/office/drawing/2014/main" id="{20586AEB-369F-B90B-F6AA-3183CB320619}"/>
              </a:ext>
              <a:ext uri="{C183D7F6-B498-43B3-948B-1728B52AA6E4}">
                <adec:decorative xmlns:adec="http://schemas.microsoft.com/office/drawing/2017/decorative" val="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6" name="Freeform 25">
            <a:extLst>
              <a:ext uri="{FF2B5EF4-FFF2-40B4-BE49-F238E27FC236}">
                <a16:creationId xmlns:a16="http://schemas.microsoft.com/office/drawing/2014/main" id="{2ECFE8BC-FBC3-206E-F574-E904CA38AAAE}"/>
              </a:ext>
            </a:extLst>
          </p:cNvPr>
          <p:cNvSpPr/>
          <p:nvPr userDrawn="1"/>
        </p:nvSpPr>
        <p:spPr>
          <a:xfrm>
            <a:off x="11405616" y="6857748"/>
            <a:ext cx="393192" cy="253"/>
          </a:xfrm>
          <a:custGeom>
            <a:avLst/>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192" h="253">
                <a:moveTo>
                  <a:pt x="0" y="0"/>
                </a:moveTo>
                <a:lnTo>
                  <a:pt x="393192" y="0"/>
                </a:lnTo>
                <a:lnTo>
                  <a:pt x="393192" y="253"/>
                </a:lnTo>
                <a:lnTo>
                  <a:pt x="0" y="25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004963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ulti Statement – Light">
    <p:bg>
      <p:bgPr>
        <a:solidFill>
          <a:schemeClr val="bg2"/>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B7A5E8C-0FE3-7777-7682-62EBF9B2D814}"/>
              </a:ext>
            </a:extLst>
          </p:cNvPr>
          <p:cNvPicPr>
            <a:picLocks noChangeAspect="1"/>
          </p:cNvPicPr>
          <p:nvPr userDrawn="1"/>
        </p:nvPicPr>
        <p:blipFill>
          <a:blip>
            <a:extLst>
              <a:ext uri="{96DAC541-7B7A-43D3-8B79-37D633B846F1}">
                <asvg:svgBlip xmlns:asvg="http://schemas.microsoft.com/office/drawing/2016/SVG/main" r:embed="rId2"/>
              </a:ext>
            </a:extLst>
          </a:blip>
          <a:srcRect l="5687" b="27270"/>
          <a:stretch/>
        </p:blipFill>
        <p:spPr>
          <a:xfrm>
            <a:off x="4861624" y="0"/>
            <a:ext cx="7330375" cy="3768589"/>
          </a:xfrm>
          <a:prstGeom prst="rect">
            <a:avLst/>
          </a:prstGeom>
        </p:spPr>
      </p:pic>
      <p:sp>
        <p:nvSpPr>
          <p:cNvPr id="8" name="Date Placeholder 3">
            <a:extLst>
              <a:ext uri="{FF2B5EF4-FFF2-40B4-BE49-F238E27FC236}">
                <a16:creationId xmlns:a16="http://schemas.microsoft.com/office/drawing/2014/main" id="{B215CC06-6A9B-37FA-76CA-2CC091DA648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p>
        </p:txBody>
      </p:sp>
      <p:sp>
        <p:nvSpPr>
          <p:cNvPr id="3" name="Slide Number Placeholder 5">
            <a:extLst>
              <a:ext uri="{FF2B5EF4-FFF2-40B4-BE49-F238E27FC236}">
                <a16:creationId xmlns:a16="http://schemas.microsoft.com/office/drawing/2014/main" id="{4CB7A4E7-BA75-2474-D545-863B866F6A2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5C0E802C-9235-4781-9E8F-2C922A88134B}"/>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2" name="Text Placeholder 2">
            <a:extLst>
              <a:ext uri="{FF2B5EF4-FFF2-40B4-BE49-F238E27FC236}">
                <a16:creationId xmlns:a16="http://schemas.microsoft.com/office/drawing/2014/main" id="{BC4944C4-BCA7-F523-CDDB-B2F7B43789BD}"/>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a:t>Click to edit Headline</a:t>
            </a:r>
          </a:p>
        </p:txBody>
      </p:sp>
      <p:sp>
        <p:nvSpPr>
          <p:cNvPr id="7" name="Text Placeholder 4">
            <a:extLst>
              <a:ext uri="{FF2B5EF4-FFF2-40B4-BE49-F238E27FC236}">
                <a16:creationId xmlns:a16="http://schemas.microsoft.com/office/drawing/2014/main" id="{D42F262B-FAC2-7DDF-70B7-0EBEADDA66A9}"/>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a:t>Click to edit Headline</a:t>
            </a:r>
          </a:p>
        </p:txBody>
      </p:sp>
      <p:sp>
        <p:nvSpPr>
          <p:cNvPr id="9" name="Text Placeholder 7">
            <a:extLst>
              <a:ext uri="{FF2B5EF4-FFF2-40B4-BE49-F238E27FC236}">
                <a16:creationId xmlns:a16="http://schemas.microsoft.com/office/drawing/2014/main" id="{90E686AD-7CAC-8695-D0AC-A474A9002ACB}"/>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a:t>Click to edit Headline</a:t>
            </a:r>
          </a:p>
        </p:txBody>
      </p:sp>
    </p:spTree>
    <p:extLst>
      <p:ext uri="{BB962C8B-B14F-4D97-AF65-F5344CB8AC3E}">
        <p14:creationId xmlns:p14="http://schemas.microsoft.com/office/powerpoint/2010/main" val="2195833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peaker_1">
    <p:bg>
      <p:bgRef idx="1001">
        <a:schemeClr val="bg2"/>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F6CD89E-7AE0-E661-9D5E-A40AA44B6A05}"/>
              </a:ext>
            </a:extLst>
          </p:cNvPr>
          <p:cNvPicPr>
            <a:picLocks noChangeAspect="1"/>
          </p:cNvPicPr>
          <p:nvPr userDrawn="1"/>
        </p:nvPicPr>
        <p:blipFill>
          <a:blip>
            <a:extLst>
              <a:ext uri="{96DAC541-7B7A-43D3-8B79-37D633B846F1}">
                <asvg:svgBlip xmlns:asvg="http://schemas.microsoft.com/office/drawing/2016/SVG/main" r:embed="rId2"/>
              </a:ext>
            </a:extLst>
          </a:blip>
          <a:srcRect l="42612" t="12210" r="14437" b="12837"/>
          <a:stretch/>
        </p:blipFill>
        <p:spPr>
          <a:xfrm>
            <a:off x="6307189" y="868568"/>
            <a:ext cx="4093374" cy="4103470"/>
          </a:xfrm>
          <a:prstGeom prst="rect">
            <a:avLst/>
          </a:prstGeom>
        </p:spPr>
      </p:pic>
      <p:sp>
        <p:nvSpPr>
          <p:cNvPr id="2" name="Title 1">
            <a:extLst>
              <a:ext uri="{FF2B5EF4-FFF2-40B4-BE49-F238E27FC236}">
                <a16:creationId xmlns:a16="http://schemas.microsoft.com/office/drawing/2014/main" id="{5F8DD237-1E40-4383-9C51-545B9C5DD604}"/>
              </a:ext>
            </a:extLst>
          </p:cNvPr>
          <p:cNvSpPr>
            <a:spLocks noGrp="1"/>
          </p:cNvSpPr>
          <p:nvPr>
            <p:ph type="title" hasCustomPrompt="1"/>
          </p:nvPr>
        </p:nvSpPr>
        <p:spPr>
          <a:xfrm>
            <a:off x="762000" y="1600200"/>
            <a:ext cx="3697357" cy="1320103"/>
          </a:xfrm>
        </p:spPr>
        <p:txBody>
          <a:bodyPr vert="horz" wrap="square" lIns="0" tIns="0" rIns="0" bIns="0" rtlCol="0" anchor="b" anchorCtr="0">
            <a:normAutofit/>
          </a:bodyPr>
          <a:lstStyle>
            <a:lvl1pPr>
              <a:defRPr lang="en-US" sz="3200" b="1" i="0">
                <a:latin typeface="Oracle Sans Tab" panose="020B0503020204020204" pitchFamily="34" charset="0"/>
                <a:ea typeface="+mj-ea"/>
              </a:defRPr>
            </a:lvl1pPr>
          </a:lstStyle>
          <a:p>
            <a:pPr marL="0" lvl="0">
              <a:lnSpc>
                <a:spcPct val="100000"/>
              </a:lnSpc>
            </a:pPr>
            <a:r>
              <a:rPr lang="en-US"/>
              <a:t>Speaker</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6730914" y="1325903"/>
            <a:ext cx="3227476" cy="3247119"/>
          </a:xfrm>
          <a:prstGeom prst="ellipse">
            <a:avLst/>
          </a:prstGeom>
        </p:spPr>
        <p:txBody>
          <a:bodyPr/>
          <a:lstStyle>
            <a:lvl1pPr algn="ctr">
              <a:defRPr>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730914" y="4847342"/>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730914" y="5211447"/>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3" name="Slide Number Placeholder 7">
            <a:extLst>
              <a:ext uri="{FF2B5EF4-FFF2-40B4-BE49-F238E27FC236}">
                <a16:creationId xmlns:a16="http://schemas.microsoft.com/office/drawing/2014/main" id="{372A12C9-976F-C50B-EE5B-FC3F2A92A43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6D5DD198-A04A-6BCB-84FC-559437A1F04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9D89F2E8-180E-4047-0986-0F230D404FF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3436129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peaker_1-Profile">
    <p:bg>
      <p:bgPr>
        <a:solidFill>
          <a:schemeClr val="bg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56C4851-0720-CC7C-66E8-BA46A2EF3C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42612" t="12210" r="14437" b="12837"/>
          <a:stretch/>
        </p:blipFill>
        <p:spPr>
          <a:xfrm>
            <a:off x="456701" y="1247933"/>
            <a:ext cx="3908153" cy="3917792"/>
          </a:xfrm>
          <a:prstGeom prst="rect">
            <a:avLst/>
          </a:prstGeom>
        </p:spPr>
      </p:pic>
      <p:sp>
        <p:nvSpPr>
          <p:cNvPr id="3" name="Title 3">
            <a:extLst>
              <a:ext uri="{FF2B5EF4-FFF2-40B4-BE49-F238E27FC236}">
                <a16:creationId xmlns:a16="http://schemas.microsoft.com/office/drawing/2014/main" id="{7B692C7B-23D2-F815-AA7B-2A7E53056DF4}"/>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797039" y="1583270"/>
            <a:ext cx="3227476" cy="3247119"/>
          </a:xfrm>
          <a:prstGeom prst="ellipse">
            <a:avLst/>
          </a:prstGeom>
        </p:spPr>
        <p:txBody>
          <a:bodyPr/>
          <a:lstStyle>
            <a:lvl1pPr algn="ctr">
              <a:defRPr>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92538" y="5135879"/>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92538" y="5499984"/>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5" name="Content Placeholder 4">
            <a:extLst>
              <a:ext uri="{FF2B5EF4-FFF2-40B4-BE49-F238E27FC236}">
                <a16:creationId xmlns:a16="http://schemas.microsoft.com/office/drawing/2014/main" id="{746E9417-F0B6-6477-88CA-D06650D0745B}"/>
              </a:ext>
            </a:extLst>
          </p:cNvPr>
          <p:cNvSpPr>
            <a:spLocks noGrp="1"/>
          </p:cNvSpPr>
          <p:nvPr>
            <p:ph sz="quarter" idx="16"/>
          </p:nvPr>
        </p:nvSpPr>
        <p:spPr>
          <a:xfrm>
            <a:off x="4541838" y="2514610"/>
            <a:ext cx="6907212" cy="2651115"/>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7">
            <a:extLst>
              <a:ext uri="{FF2B5EF4-FFF2-40B4-BE49-F238E27FC236}">
                <a16:creationId xmlns:a16="http://schemas.microsoft.com/office/drawing/2014/main" id="{726CED8E-3269-CBEE-AC17-550ECD6FB69A}"/>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31110449-8712-D872-C8D5-93B229DFBFDE}"/>
              </a:ext>
            </a:extLst>
          </p:cNvPr>
          <p:cNvSpPr>
            <a:spLocks noGrp="1"/>
          </p:cNvSpPr>
          <p:nvPr>
            <p:ph type="ftr" sz="quarter" idx="18"/>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6" name="Date Placeholder 4">
            <a:extLst>
              <a:ext uri="{FF2B5EF4-FFF2-40B4-BE49-F238E27FC236}">
                <a16:creationId xmlns:a16="http://schemas.microsoft.com/office/drawing/2014/main" id="{EF4EF84C-2C31-7D08-88D6-853E01865AA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19632298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peaker_2">
    <p:bg>
      <p:bgPr>
        <a:solidFill>
          <a:schemeClr val="bg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2C73BFA-B70C-477F-EF13-729539E27CB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42612" t="12210" r="14437" b="12837"/>
          <a:stretch/>
        </p:blipFill>
        <p:spPr>
          <a:xfrm>
            <a:off x="7734150" y="1182539"/>
            <a:ext cx="3567993" cy="3576793"/>
          </a:xfrm>
          <a:prstGeom prst="rect">
            <a:avLst/>
          </a:prstGeom>
        </p:spPr>
      </p:pic>
      <p:sp>
        <p:nvSpPr>
          <p:cNvPr id="2" name="Title 1">
            <a:extLst>
              <a:ext uri="{FF2B5EF4-FFF2-40B4-BE49-F238E27FC236}">
                <a16:creationId xmlns:a16="http://schemas.microsoft.com/office/drawing/2014/main" id="{31D55E47-4DBE-46C5-AA1D-6AC25D117460}"/>
              </a:ext>
            </a:extLst>
          </p:cNvPr>
          <p:cNvSpPr>
            <a:spLocks noGrp="1"/>
          </p:cNvSpPr>
          <p:nvPr>
            <p:ph type="title" hasCustomPrompt="1"/>
          </p:nvPr>
        </p:nvSpPr>
        <p:spPr>
          <a:xfrm>
            <a:off x="762000" y="1600200"/>
            <a:ext cx="25603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a:t>Speakers</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4446925" y="1548702"/>
            <a:ext cx="2743200" cy="2743200"/>
          </a:xfrm>
          <a:prstGeom prst="ellipse">
            <a:avLst/>
          </a:prstGeom>
        </p:spPr>
        <p:txBody>
          <a:bodyPr/>
          <a:lstStyle>
            <a:lvl1pPr algn="ctr">
              <a:defRPr>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166157"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166157"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17" name="Picture Placeholder 4">
            <a:extLst>
              <a:ext uri="{FF2B5EF4-FFF2-40B4-BE49-F238E27FC236}">
                <a16:creationId xmlns:a16="http://schemas.microsoft.com/office/drawing/2014/main" id="{AD80FD35-1640-4598-BFDA-3E05A9FCEBBE}"/>
              </a:ext>
            </a:extLst>
          </p:cNvPr>
          <p:cNvSpPr>
            <a:spLocks noGrp="1"/>
          </p:cNvSpPr>
          <p:nvPr>
            <p:ph type="pic" sz="quarter" idx="19"/>
          </p:nvPr>
        </p:nvSpPr>
        <p:spPr>
          <a:xfrm>
            <a:off x="8157472" y="1599336"/>
            <a:ext cx="2743200" cy="2743200"/>
          </a:xfrm>
          <a:prstGeom prst="ellipse">
            <a:avLst/>
          </a:prstGeom>
        </p:spPr>
        <p:txBody>
          <a:bodyPr/>
          <a:lstStyle>
            <a:lvl1pPr algn="ctr">
              <a:defRPr>
                <a:solidFill>
                  <a:schemeClr val="tx1"/>
                </a:solidFill>
              </a:defRPr>
            </a:lvl1pPr>
          </a:lstStyle>
          <a:p>
            <a:r>
              <a:rPr lang="en-US"/>
              <a:t>Click icon to add picture</a:t>
            </a:r>
          </a:p>
        </p:txBody>
      </p:sp>
      <p:sp>
        <p:nvSpPr>
          <p:cNvPr id="21" name="Text Placeholder 33">
            <a:extLst>
              <a:ext uri="{FF2B5EF4-FFF2-40B4-BE49-F238E27FC236}">
                <a16:creationId xmlns:a16="http://schemas.microsoft.com/office/drawing/2014/main" id="{AF0CFD6E-C443-4D08-B5C0-973C8F72617B}"/>
              </a:ext>
            </a:extLst>
          </p:cNvPr>
          <p:cNvSpPr>
            <a:spLocks noGrp="1"/>
          </p:cNvSpPr>
          <p:nvPr>
            <p:ph type="body" sz="quarter" idx="20" hasCustomPrompt="1"/>
          </p:nvPr>
        </p:nvSpPr>
        <p:spPr>
          <a:xfrm>
            <a:off x="7915156"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25" name="Text Placeholder 33">
            <a:extLst>
              <a:ext uri="{FF2B5EF4-FFF2-40B4-BE49-F238E27FC236}">
                <a16:creationId xmlns:a16="http://schemas.microsoft.com/office/drawing/2014/main" id="{F3C3D640-B9ED-4162-9C4F-0F9F774E639B}"/>
              </a:ext>
            </a:extLst>
          </p:cNvPr>
          <p:cNvSpPr>
            <a:spLocks noGrp="1"/>
          </p:cNvSpPr>
          <p:nvPr>
            <p:ph type="body" sz="quarter" idx="21" hasCustomPrompt="1"/>
          </p:nvPr>
        </p:nvSpPr>
        <p:spPr>
          <a:xfrm>
            <a:off x="7915156"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3" name="Slide Number Placeholder 7">
            <a:extLst>
              <a:ext uri="{FF2B5EF4-FFF2-40B4-BE49-F238E27FC236}">
                <a16:creationId xmlns:a16="http://schemas.microsoft.com/office/drawing/2014/main" id="{90537780-8302-81C2-C045-4F2DEDF594EF}"/>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A92B0D41-4168-EC0C-ADF5-AC9E34B1653B}"/>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D753EE4A-4B0D-E70D-3900-1851E13A291D}"/>
              </a:ext>
            </a:extLst>
          </p:cNvPr>
          <p:cNvSpPr>
            <a:spLocks noGrp="1"/>
          </p:cNvSpPr>
          <p:nvPr>
            <p:ph type="dt" sz="half" idx="15"/>
          </p:nvPr>
        </p:nvSpPr>
        <p:spPr>
          <a:xfrm>
            <a:off x="6873138" y="6425604"/>
            <a:ext cx="2743200" cy="363500"/>
          </a:xfrm>
        </p:spPr>
        <p:txBody>
          <a:bodyPr/>
          <a:lstStyle>
            <a:lvl1pPr>
              <a:defRPr sz="800">
                <a:solidFill>
                  <a:srgbClr val="AEA8A2"/>
                </a:solidFill>
                <a:latin typeface="+mn-lt"/>
              </a:defRPr>
            </a:lvl1pPr>
          </a:lstStyle>
          <a:p>
            <a:r>
              <a:rPr lang="en-US"/>
              <a:t>[Date]</a:t>
            </a:r>
          </a:p>
        </p:txBody>
      </p:sp>
      <p:pic>
        <p:nvPicPr>
          <p:cNvPr id="6" name="Graphic 5">
            <a:extLst>
              <a:ext uri="{FF2B5EF4-FFF2-40B4-BE49-F238E27FC236}">
                <a16:creationId xmlns:a16="http://schemas.microsoft.com/office/drawing/2014/main" id="{1943D0D1-946F-4723-614F-CF829E9EEA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42612" t="12210" r="14437" b="12837"/>
          <a:stretch/>
        </p:blipFill>
        <p:spPr>
          <a:xfrm>
            <a:off x="4034529" y="1131906"/>
            <a:ext cx="3567993" cy="3576793"/>
          </a:xfrm>
          <a:prstGeom prst="rect">
            <a:avLst/>
          </a:prstGeom>
        </p:spPr>
      </p:pic>
    </p:spTree>
    <p:extLst>
      <p:ext uri="{BB962C8B-B14F-4D97-AF65-F5344CB8AC3E}">
        <p14:creationId xmlns:p14="http://schemas.microsoft.com/office/powerpoint/2010/main" val="5618001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peaker_3">
    <p:bg>
      <p:bgPr>
        <a:solidFill>
          <a:schemeClr val="bg2"/>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F61107A6-7831-4EC7-8264-2809B94682DD}"/>
              </a:ext>
            </a:extLst>
          </p:cNvPr>
          <p:cNvSpPr>
            <a:spLocks noGrp="1"/>
          </p:cNvSpPr>
          <p:nvPr>
            <p:ph type="title" hasCustomPrompt="1"/>
          </p:nvPr>
        </p:nvSpPr>
        <p:spPr>
          <a:xfrm>
            <a:off x="762000" y="1600200"/>
            <a:ext cx="320040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832060" y="502952"/>
            <a:ext cx="2011680" cy="2011680"/>
          </a:xfrm>
          <a:prstGeom prst="ellipse">
            <a:avLst/>
          </a:prstGeom>
        </p:spPr>
        <p:txBody>
          <a:bodyPr/>
          <a:lstStyle>
            <a:lvl1pPr algn="ctr">
              <a:defRPr>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653752" y="2682622"/>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653752" y="3011421"/>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31" name="Picture Placeholder 4">
            <a:extLst>
              <a:ext uri="{FF2B5EF4-FFF2-40B4-BE49-F238E27FC236}">
                <a16:creationId xmlns:a16="http://schemas.microsoft.com/office/drawing/2014/main" id="{FDC25F51-F732-4DED-B41F-218C4B09A992}"/>
              </a:ext>
            </a:extLst>
          </p:cNvPr>
          <p:cNvSpPr>
            <a:spLocks noGrp="1" noChangeAspect="1"/>
          </p:cNvSpPr>
          <p:nvPr>
            <p:ph type="pic" sz="quarter" idx="28"/>
          </p:nvPr>
        </p:nvSpPr>
        <p:spPr>
          <a:xfrm>
            <a:off x="4463764" y="2868976"/>
            <a:ext cx="2011680" cy="2011680"/>
          </a:xfrm>
          <a:prstGeom prst="ellipse">
            <a:avLst/>
          </a:prstGeom>
        </p:spPr>
        <p:txBody>
          <a:bodyPr/>
          <a:lstStyle>
            <a:lvl1pPr algn="ctr">
              <a:defRPr>
                <a:solidFill>
                  <a:schemeClr val="tx1"/>
                </a:solidFill>
              </a:defRPr>
            </a:lvl1pPr>
          </a:lstStyle>
          <a:p>
            <a:r>
              <a:rPr lang="en-US"/>
              <a:t>Click icon to add picture</a:t>
            </a:r>
          </a:p>
        </p:txBody>
      </p:sp>
      <p:sp>
        <p:nvSpPr>
          <p:cNvPr id="33" name="Text Placeholder 33">
            <a:extLst>
              <a:ext uri="{FF2B5EF4-FFF2-40B4-BE49-F238E27FC236}">
                <a16:creationId xmlns:a16="http://schemas.microsoft.com/office/drawing/2014/main" id="{D1B52A4B-0972-4F91-92C6-8090BEF5CCCB}"/>
              </a:ext>
            </a:extLst>
          </p:cNvPr>
          <p:cNvSpPr>
            <a:spLocks noGrp="1"/>
          </p:cNvSpPr>
          <p:nvPr>
            <p:ph type="body" sz="quarter" idx="29" hasCustomPrompt="1"/>
          </p:nvPr>
        </p:nvSpPr>
        <p:spPr>
          <a:xfrm>
            <a:off x="4285456" y="502118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34" name="Text Placeholder 33">
            <a:extLst>
              <a:ext uri="{FF2B5EF4-FFF2-40B4-BE49-F238E27FC236}">
                <a16:creationId xmlns:a16="http://schemas.microsoft.com/office/drawing/2014/main" id="{D6D713D8-07E2-4DC7-808A-1A9CD0EBCC6B}"/>
              </a:ext>
            </a:extLst>
          </p:cNvPr>
          <p:cNvSpPr>
            <a:spLocks noGrp="1"/>
          </p:cNvSpPr>
          <p:nvPr>
            <p:ph type="body" sz="quarter" idx="30" hasCustomPrompt="1"/>
          </p:nvPr>
        </p:nvSpPr>
        <p:spPr>
          <a:xfrm>
            <a:off x="4285456" y="534998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35" name="Picture Placeholder 4">
            <a:extLst>
              <a:ext uri="{FF2B5EF4-FFF2-40B4-BE49-F238E27FC236}">
                <a16:creationId xmlns:a16="http://schemas.microsoft.com/office/drawing/2014/main" id="{D54CB0FE-E711-41BE-AE1E-539BC7B7761E}"/>
              </a:ext>
            </a:extLst>
          </p:cNvPr>
          <p:cNvSpPr>
            <a:spLocks noGrp="1" noChangeAspect="1"/>
          </p:cNvSpPr>
          <p:nvPr>
            <p:ph type="pic" sz="quarter" idx="31"/>
          </p:nvPr>
        </p:nvSpPr>
        <p:spPr>
          <a:xfrm>
            <a:off x="9593466" y="2868976"/>
            <a:ext cx="2011680" cy="2011680"/>
          </a:xfrm>
          <a:prstGeom prst="ellipse">
            <a:avLst/>
          </a:prstGeom>
        </p:spPr>
        <p:txBody>
          <a:bodyPr/>
          <a:lstStyle>
            <a:lvl1pPr algn="ctr">
              <a:defRPr>
                <a:solidFill>
                  <a:schemeClr val="tx1"/>
                </a:solidFill>
              </a:defRPr>
            </a:lvl1pPr>
          </a:lstStyle>
          <a:p>
            <a:r>
              <a:rPr lang="en-US"/>
              <a:t>Click icon to add picture</a:t>
            </a:r>
          </a:p>
        </p:txBody>
      </p:sp>
      <p:sp>
        <p:nvSpPr>
          <p:cNvPr id="36" name="Text Placeholder 33">
            <a:extLst>
              <a:ext uri="{FF2B5EF4-FFF2-40B4-BE49-F238E27FC236}">
                <a16:creationId xmlns:a16="http://schemas.microsoft.com/office/drawing/2014/main" id="{C9D94F0F-A124-427C-8B51-4EA7A2DA41ED}"/>
              </a:ext>
            </a:extLst>
          </p:cNvPr>
          <p:cNvSpPr>
            <a:spLocks noGrp="1"/>
          </p:cNvSpPr>
          <p:nvPr>
            <p:ph type="body" sz="quarter" idx="32" hasCustomPrompt="1"/>
          </p:nvPr>
        </p:nvSpPr>
        <p:spPr>
          <a:xfrm>
            <a:off x="9415158" y="501840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39" name="Text Placeholder 33">
            <a:extLst>
              <a:ext uri="{FF2B5EF4-FFF2-40B4-BE49-F238E27FC236}">
                <a16:creationId xmlns:a16="http://schemas.microsoft.com/office/drawing/2014/main" id="{D51FC9E3-DCC2-4D0A-80C8-4CB3924EC6CD}"/>
              </a:ext>
            </a:extLst>
          </p:cNvPr>
          <p:cNvSpPr>
            <a:spLocks noGrp="1"/>
          </p:cNvSpPr>
          <p:nvPr>
            <p:ph type="body" sz="quarter" idx="33" hasCustomPrompt="1"/>
          </p:nvPr>
        </p:nvSpPr>
        <p:spPr>
          <a:xfrm>
            <a:off x="9415158" y="534720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2" name="Slide Number Placeholder 7">
            <a:extLst>
              <a:ext uri="{FF2B5EF4-FFF2-40B4-BE49-F238E27FC236}">
                <a16:creationId xmlns:a16="http://schemas.microsoft.com/office/drawing/2014/main" id="{9551C7D5-93CF-BA74-CCF0-4136B0743763}"/>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3" name="Footer Placeholder 6">
            <a:extLst>
              <a:ext uri="{FF2B5EF4-FFF2-40B4-BE49-F238E27FC236}">
                <a16:creationId xmlns:a16="http://schemas.microsoft.com/office/drawing/2014/main" id="{5C84E735-4FBC-11F2-537D-944E6BCA9E4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C254BE3A-04D0-D60F-3E47-CF743F97370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41876159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7362" userDrawn="1">
          <p15:clr>
            <a:srgbClr val="FBAE40"/>
          </p15:clr>
        </p15:guide>
        <p15:guide id="2" pos="5676"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peaker_4">
    <p:bg>
      <p:bgPr>
        <a:solidFill>
          <a:schemeClr val="bg2"/>
        </a:solidFill>
        <a:effectLst/>
      </p:bgPr>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AD59539A-0265-4CF1-A242-1D32DF1299D9}"/>
              </a:ext>
            </a:extLst>
          </p:cNvPr>
          <p:cNvSpPr>
            <a:spLocks noGrp="1"/>
          </p:cNvSpPr>
          <p:nvPr>
            <p:ph type="title" hasCustomPrompt="1"/>
          </p:nvPr>
        </p:nvSpPr>
        <p:spPr>
          <a:xfrm>
            <a:off x="761998" y="1600200"/>
            <a:ext cx="34747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285744" y="594391"/>
            <a:ext cx="1553265" cy="1554480"/>
          </a:xfrm>
          <a:prstGeom prst="ellipse">
            <a:avLst/>
          </a:prstGeom>
        </p:spPr>
        <p:txBody>
          <a:bodyPr/>
          <a:lstStyle>
            <a:lvl1pPr algn="ctr">
              <a:defRPr>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10225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10225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50" name="Picture Placeholder 4">
            <a:extLst>
              <a:ext uri="{FF2B5EF4-FFF2-40B4-BE49-F238E27FC236}">
                <a16:creationId xmlns:a16="http://schemas.microsoft.com/office/drawing/2014/main" id="{13E21815-6A02-4A6A-80C9-0617BE9066A4}"/>
              </a:ext>
            </a:extLst>
          </p:cNvPr>
          <p:cNvSpPr>
            <a:spLocks noGrp="1" noChangeAspect="1"/>
          </p:cNvSpPr>
          <p:nvPr>
            <p:ph type="pic" sz="quarter" idx="16"/>
          </p:nvPr>
        </p:nvSpPr>
        <p:spPr>
          <a:xfrm>
            <a:off x="9096824" y="594391"/>
            <a:ext cx="1553265" cy="1554480"/>
          </a:xfrm>
          <a:prstGeom prst="ellipse">
            <a:avLst/>
          </a:prstGeom>
        </p:spPr>
        <p:txBody>
          <a:bodyPr/>
          <a:lstStyle>
            <a:lvl1pPr algn="ctr">
              <a:defRPr>
                <a:solidFill>
                  <a:schemeClr val="tx1"/>
                </a:solidFill>
              </a:defRPr>
            </a:lvl1pPr>
          </a:lstStyle>
          <a:p>
            <a:r>
              <a:rPr lang="en-US"/>
              <a:t>Click icon to add picture</a:t>
            </a:r>
          </a:p>
        </p:txBody>
      </p:sp>
      <p:sp>
        <p:nvSpPr>
          <p:cNvPr id="22" name="Text Placeholder 33">
            <a:extLst>
              <a:ext uri="{FF2B5EF4-FFF2-40B4-BE49-F238E27FC236}">
                <a16:creationId xmlns:a16="http://schemas.microsoft.com/office/drawing/2014/main" id="{B1E285A0-A2E7-DE49-A7D9-B15F13096B4D}"/>
              </a:ext>
            </a:extLst>
          </p:cNvPr>
          <p:cNvSpPr>
            <a:spLocks noGrp="1"/>
          </p:cNvSpPr>
          <p:nvPr>
            <p:ph type="body" sz="quarter" idx="23" hasCustomPrompt="1"/>
          </p:nvPr>
        </p:nvSpPr>
        <p:spPr>
          <a:xfrm>
            <a:off x="891333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23" name="Text Placeholder 33">
            <a:extLst>
              <a:ext uri="{FF2B5EF4-FFF2-40B4-BE49-F238E27FC236}">
                <a16:creationId xmlns:a16="http://schemas.microsoft.com/office/drawing/2014/main" id="{824EDADA-2643-C24E-A532-5AF7FDEFBB0A}"/>
              </a:ext>
            </a:extLst>
          </p:cNvPr>
          <p:cNvSpPr>
            <a:spLocks noGrp="1"/>
          </p:cNvSpPr>
          <p:nvPr>
            <p:ph type="body" sz="quarter" idx="24" hasCustomPrompt="1"/>
          </p:nvPr>
        </p:nvSpPr>
        <p:spPr>
          <a:xfrm>
            <a:off x="891333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30" name="Picture Placeholder 4">
            <a:extLst>
              <a:ext uri="{FF2B5EF4-FFF2-40B4-BE49-F238E27FC236}">
                <a16:creationId xmlns:a16="http://schemas.microsoft.com/office/drawing/2014/main" id="{EFC6E2D0-3B2A-2942-B1BA-2FB20BD0EEC6}"/>
              </a:ext>
            </a:extLst>
          </p:cNvPr>
          <p:cNvSpPr>
            <a:spLocks noGrp="1" noChangeAspect="1"/>
          </p:cNvSpPr>
          <p:nvPr>
            <p:ph type="pic" sz="quarter" idx="27"/>
          </p:nvPr>
        </p:nvSpPr>
        <p:spPr>
          <a:xfrm>
            <a:off x="6285744" y="3429000"/>
            <a:ext cx="1553265" cy="1554480"/>
          </a:xfrm>
          <a:prstGeom prst="ellipse">
            <a:avLst/>
          </a:prstGeom>
        </p:spPr>
        <p:txBody>
          <a:bodyPr/>
          <a:lstStyle>
            <a:lvl1pPr algn="ctr">
              <a:defRPr>
                <a:solidFill>
                  <a:schemeClr val="tx1"/>
                </a:solidFill>
              </a:defRPr>
            </a:lvl1pPr>
          </a:lstStyle>
          <a:p>
            <a:r>
              <a:rPr lang="en-US"/>
              <a:t>Click icon to add picture</a:t>
            </a:r>
          </a:p>
        </p:txBody>
      </p:sp>
      <p:sp>
        <p:nvSpPr>
          <p:cNvPr id="28" name="Text Placeholder 33">
            <a:extLst>
              <a:ext uri="{FF2B5EF4-FFF2-40B4-BE49-F238E27FC236}">
                <a16:creationId xmlns:a16="http://schemas.microsoft.com/office/drawing/2014/main" id="{C58C0826-10EF-F849-A3C1-413E3484114A}"/>
              </a:ext>
            </a:extLst>
          </p:cNvPr>
          <p:cNvSpPr>
            <a:spLocks noGrp="1"/>
          </p:cNvSpPr>
          <p:nvPr>
            <p:ph type="body" sz="quarter" idx="25" hasCustomPrompt="1"/>
          </p:nvPr>
        </p:nvSpPr>
        <p:spPr>
          <a:xfrm>
            <a:off x="610225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29" name="Text Placeholder 33">
            <a:extLst>
              <a:ext uri="{FF2B5EF4-FFF2-40B4-BE49-F238E27FC236}">
                <a16:creationId xmlns:a16="http://schemas.microsoft.com/office/drawing/2014/main" id="{31FE92C1-9507-1C45-8CA1-FA2A0EA3FCED}"/>
              </a:ext>
            </a:extLst>
          </p:cNvPr>
          <p:cNvSpPr>
            <a:spLocks noGrp="1"/>
          </p:cNvSpPr>
          <p:nvPr>
            <p:ph type="body" sz="quarter" idx="26" hasCustomPrompt="1"/>
          </p:nvPr>
        </p:nvSpPr>
        <p:spPr>
          <a:xfrm>
            <a:off x="610225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31" name="Picture Placeholder 4">
            <a:extLst>
              <a:ext uri="{FF2B5EF4-FFF2-40B4-BE49-F238E27FC236}">
                <a16:creationId xmlns:a16="http://schemas.microsoft.com/office/drawing/2014/main" id="{ED40B0E3-F4BB-EC49-8D7A-713B54016EEA}"/>
              </a:ext>
            </a:extLst>
          </p:cNvPr>
          <p:cNvSpPr>
            <a:spLocks noGrp="1" noChangeAspect="1"/>
          </p:cNvSpPr>
          <p:nvPr>
            <p:ph type="pic" sz="quarter" idx="28"/>
          </p:nvPr>
        </p:nvSpPr>
        <p:spPr>
          <a:xfrm>
            <a:off x="9096824" y="3429000"/>
            <a:ext cx="1553265" cy="1554480"/>
          </a:xfrm>
          <a:prstGeom prst="ellipse">
            <a:avLst/>
          </a:prstGeom>
        </p:spPr>
        <p:txBody>
          <a:bodyPr/>
          <a:lstStyle>
            <a:lvl1pPr algn="ctr">
              <a:defRPr>
                <a:solidFill>
                  <a:schemeClr val="tx1"/>
                </a:solidFill>
              </a:defRPr>
            </a:lvl1pPr>
          </a:lstStyle>
          <a:p>
            <a:r>
              <a:rPr lang="en-US"/>
              <a:t>Click icon to add picture</a:t>
            </a:r>
          </a:p>
        </p:txBody>
      </p:sp>
      <p:sp>
        <p:nvSpPr>
          <p:cNvPr id="32" name="Text Placeholder 33">
            <a:extLst>
              <a:ext uri="{FF2B5EF4-FFF2-40B4-BE49-F238E27FC236}">
                <a16:creationId xmlns:a16="http://schemas.microsoft.com/office/drawing/2014/main" id="{75EA1EAA-9631-6446-9C35-80FDF680DE0B}"/>
              </a:ext>
            </a:extLst>
          </p:cNvPr>
          <p:cNvSpPr>
            <a:spLocks noGrp="1"/>
          </p:cNvSpPr>
          <p:nvPr>
            <p:ph type="body" sz="quarter" idx="29" hasCustomPrompt="1"/>
          </p:nvPr>
        </p:nvSpPr>
        <p:spPr>
          <a:xfrm>
            <a:off x="891333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33" name="Text Placeholder 33">
            <a:extLst>
              <a:ext uri="{FF2B5EF4-FFF2-40B4-BE49-F238E27FC236}">
                <a16:creationId xmlns:a16="http://schemas.microsoft.com/office/drawing/2014/main" id="{D9FA6B46-487D-254B-8AB6-DCB6C449BF8B}"/>
              </a:ext>
            </a:extLst>
          </p:cNvPr>
          <p:cNvSpPr>
            <a:spLocks noGrp="1"/>
          </p:cNvSpPr>
          <p:nvPr>
            <p:ph type="body" sz="quarter" idx="30" hasCustomPrompt="1"/>
          </p:nvPr>
        </p:nvSpPr>
        <p:spPr>
          <a:xfrm>
            <a:off x="891333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sz="800">
                <a:solidFill>
                  <a:srgbClr val="AEA8A2"/>
                </a:solidFill>
              </a:defRPr>
            </a:lvl1pPr>
          </a:lstStyle>
          <a:p>
            <a:fld id="{345D60D9-5372-5F40-9443-0F9AE5BDC3C8}" type="slidenum">
              <a:rPr lang="en-US" smtClean="0"/>
              <a:pPr/>
              <a:t>‹#›</a:t>
            </a:fld>
            <a:endParaRPr lang="en-US"/>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sz="800">
                <a:solidFill>
                  <a:srgbClr val="AEA8A2"/>
                </a:solidFill>
                <a:latin typeface="+mn-lt"/>
              </a:defRPr>
            </a:lvl1pPr>
          </a:lstStyle>
          <a:p>
            <a:r>
              <a:rPr lang="en-US"/>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sz="800">
                <a:solidFill>
                  <a:srgbClr val="AEA8A2"/>
                </a:solidFill>
              </a:defRPr>
            </a:lvl1pPr>
          </a:lstStyle>
          <a:p>
            <a:r>
              <a:rPr lang="en-US"/>
              <a:t>[Date]</a:t>
            </a:r>
          </a:p>
        </p:txBody>
      </p:sp>
    </p:spTree>
    <p:extLst>
      <p:ext uri="{BB962C8B-B14F-4D97-AF65-F5344CB8AC3E}">
        <p14:creationId xmlns:p14="http://schemas.microsoft.com/office/powerpoint/2010/main" val="12919516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peaker_6">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768257" y="1259633"/>
            <a:ext cx="1370529" cy="1371600"/>
          </a:xfrm>
          <a:prstGeom prst="ellipse">
            <a:avLst/>
          </a:prstGeom>
        </p:spPr>
        <p:txBody>
          <a:bodyPr/>
          <a:lstStyle>
            <a:lvl1pPr>
              <a:defRPr>
                <a:solidFill>
                  <a:schemeClr val="tx1"/>
                </a:solidFill>
              </a:defRPr>
            </a:lvl1pPr>
          </a:lstStyle>
          <a:p>
            <a:r>
              <a:rPr lang="en-US"/>
              <a:t>Click icon to add picture</a:t>
            </a:r>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2438576"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2438576"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88" name="Picture 2">
            <a:extLst>
              <a:ext uri="{FF2B5EF4-FFF2-40B4-BE49-F238E27FC236}">
                <a16:creationId xmlns:a16="http://schemas.microsoft.com/office/drawing/2014/main" id="{E87225CC-8F09-5A46-B785-5C244024F8BB}"/>
              </a:ext>
            </a:extLst>
          </p:cNvPr>
          <p:cNvSpPr>
            <a:spLocks noGrp="1" noChangeAspect="1"/>
          </p:cNvSpPr>
          <p:nvPr>
            <p:ph type="pic" sz="quarter" idx="38"/>
          </p:nvPr>
        </p:nvSpPr>
        <p:spPr>
          <a:xfrm>
            <a:off x="768257" y="2959714"/>
            <a:ext cx="1370529" cy="1371600"/>
          </a:xfrm>
          <a:prstGeom prst="ellipse">
            <a:avLst/>
          </a:prstGeom>
        </p:spPr>
        <p:txBody>
          <a:bodyPr/>
          <a:lstStyle>
            <a:lvl1pPr>
              <a:defRPr>
                <a:solidFill>
                  <a:schemeClr val="tx1"/>
                </a:solidFill>
              </a:defRPr>
            </a:lvl1pPr>
          </a:lstStyle>
          <a:p>
            <a:r>
              <a:rPr lang="en-US"/>
              <a:t>Click icon to add picture</a:t>
            </a:r>
          </a:p>
        </p:txBody>
      </p:sp>
      <p:sp>
        <p:nvSpPr>
          <p:cNvPr id="89" name="Name 2">
            <a:extLst>
              <a:ext uri="{FF2B5EF4-FFF2-40B4-BE49-F238E27FC236}">
                <a16:creationId xmlns:a16="http://schemas.microsoft.com/office/drawing/2014/main" id="{213DB2F1-1A57-00A0-D060-4C9E8EA12AC0}"/>
              </a:ext>
            </a:extLst>
          </p:cNvPr>
          <p:cNvSpPr>
            <a:spLocks noGrp="1"/>
          </p:cNvSpPr>
          <p:nvPr>
            <p:ph type="body" sz="quarter" idx="39" hasCustomPrompt="1"/>
          </p:nvPr>
        </p:nvSpPr>
        <p:spPr>
          <a:xfrm>
            <a:off x="2438576" y="3371397"/>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90" name="Title 2">
            <a:extLst>
              <a:ext uri="{FF2B5EF4-FFF2-40B4-BE49-F238E27FC236}">
                <a16:creationId xmlns:a16="http://schemas.microsoft.com/office/drawing/2014/main" id="{6D7EA926-2CBE-46FC-736F-448E6E0788B4}"/>
              </a:ext>
            </a:extLst>
          </p:cNvPr>
          <p:cNvSpPr>
            <a:spLocks noGrp="1"/>
          </p:cNvSpPr>
          <p:nvPr>
            <p:ph type="body" sz="quarter" idx="40" hasCustomPrompt="1"/>
          </p:nvPr>
        </p:nvSpPr>
        <p:spPr>
          <a:xfrm>
            <a:off x="2438576" y="3675928"/>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82" name="Picture 3">
            <a:extLst>
              <a:ext uri="{FF2B5EF4-FFF2-40B4-BE49-F238E27FC236}">
                <a16:creationId xmlns:a16="http://schemas.microsoft.com/office/drawing/2014/main" id="{B9743AA0-6CB0-2E48-9ADB-1CC690E743B4}"/>
              </a:ext>
            </a:extLst>
          </p:cNvPr>
          <p:cNvSpPr>
            <a:spLocks noGrp="1" noChangeAspect="1"/>
          </p:cNvSpPr>
          <p:nvPr>
            <p:ph type="pic" sz="quarter" idx="32"/>
          </p:nvPr>
        </p:nvSpPr>
        <p:spPr>
          <a:xfrm>
            <a:off x="768257" y="4658530"/>
            <a:ext cx="1370529" cy="1371600"/>
          </a:xfrm>
          <a:prstGeom prst="ellipse">
            <a:avLst/>
          </a:prstGeom>
        </p:spPr>
        <p:txBody>
          <a:bodyPr/>
          <a:lstStyle>
            <a:lvl1pPr>
              <a:defRPr>
                <a:solidFill>
                  <a:schemeClr val="tx1"/>
                </a:solidFill>
              </a:defRPr>
            </a:lvl1pPr>
          </a:lstStyle>
          <a:p>
            <a:r>
              <a:rPr lang="en-US"/>
              <a:t>Click icon to add picture</a:t>
            </a:r>
          </a:p>
        </p:txBody>
      </p:sp>
      <p:sp>
        <p:nvSpPr>
          <p:cNvPr id="83" name="Name 3">
            <a:extLst>
              <a:ext uri="{FF2B5EF4-FFF2-40B4-BE49-F238E27FC236}">
                <a16:creationId xmlns:a16="http://schemas.microsoft.com/office/drawing/2014/main" id="{7FE364B2-4B5D-0750-F686-7376A0054F8F}"/>
              </a:ext>
            </a:extLst>
          </p:cNvPr>
          <p:cNvSpPr>
            <a:spLocks noGrp="1"/>
          </p:cNvSpPr>
          <p:nvPr>
            <p:ph type="body" sz="quarter" idx="33" hasCustomPrompt="1"/>
          </p:nvPr>
        </p:nvSpPr>
        <p:spPr>
          <a:xfrm>
            <a:off x="2438576" y="5083641"/>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84" name="Name 3">
            <a:extLst>
              <a:ext uri="{FF2B5EF4-FFF2-40B4-BE49-F238E27FC236}">
                <a16:creationId xmlns:a16="http://schemas.microsoft.com/office/drawing/2014/main" id="{111F11BD-FB90-28F4-5BED-A457E1D33F32}"/>
              </a:ext>
            </a:extLst>
          </p:cNvPr>
          <p:cNvSpPr>
            <a:spLocks noGrp="1"/>
          </p:cNvSpPr>
          <p:nvPr>
            <p:ph type="body" sz="quarter" idx="34" hasCustomPrompt="1"/>
          </p:nvPr>
        </p:nvSpPr>
        <p:spPr>
          <a:xfrm>
            <a:off x="2438576" y="5388172"/>
            <a:ext cx="1920240" cy="246888"/>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91" name="Picture 4">
            <a:extLst>
              <a:ext uri="{FF2B5EF4-FFF2-40B4-BE49-F238E27FC236}">
                <a16:creationId xmlns:a16="http://schemas.microsoft.com/office/drawing/2014/main" id="{288C7677-74A4-87D5-B77D-03AC70679BAC}"/>
              </a:ext>
            </a:extLst>
          </p:cNvPr>
          <p:cNvSpPr>
            <a:spLocks noGrp="1" noChangeAspect="1"/>
          </p:cNvSpPr>
          <p:nvPr>
            <p:ph type="pic" sz="quarter" idx="41"/>
          </p:nvPr>
        </p:nvSpPr>
        <p:spPr>
          <a:xfrm>
            <a:off x="6379003" y="1259633"/>
            <a:ext cx="1370529" cy="1371600"/>
          </a:xfrm>
          <a:prstGeom prst="ellipse">
            <a:avLst/>
          </a:prstGeom>
        </p:spPr>
        <p:txBody>
          <a:bodyPr/>
          <a:lstStyle>
            <a:lvl1pPr>
              <a:defRPr>
                <a:solidFill>
                  <a:schemeClr val="tx1"/>
                </a:solidFill>
              </a:defRPr>
            </a:lvl1pPr>
          </a:lstStyle>
          <a:p>
            <a:r>
              <a:rPr lang="en-US"/>
              <a:t>Click icon to add picture</a:t>
            </a:r>
          </a:p>
        </p:txBody>
      </p:sp>
      <p:sp>
        <p:nvSpPr>
          <p:cNvPr id="92" name="Name 4">
            <a:extLst>
              <a:ext uri="{FF2B5EF4-FFF2-40B4-BE49-F238E27FC236}">
                <a16:creationId xmlns:a16="http://schemas.microsoft.com/office/drawing/2014/main" id="{AF588FE9-35BC-F09C-55DF-26752ACAD486}"/>
              </a:ext>
            </a:extLst>
          </p:cNvPr>
          <p:cNvSpPr>
            <a:spLocks noGrp="1"/>
          </p:cNvSpPr>
          <p:nvPr>
            <p:ph type="body" sz="quarter" idx="42" hasCustomPrompt="1"/>
          </p:nvPr>
        </p:nvSpPr>
        <p:spPr>
          <a:xfrm>
            <a:off x="8037558"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93" name="Title 4">
            <a:extLst>
              <a:ext uri="{FF2B5EF4-FFF2-40B4-BE49-F238E27FC236}">
                <a16:creationId xmlns:a16="http://schemas.microsoft.com/office/drawing/2014/main" id="{BC8C5213-FFE9-AE65-FDE6-CBF115337B71}"/>
              </a:ext>
            </a:extLst>
          </p:cNvPr>
          <p:cNvSpPr>
            <a:spLocks noGrp="1"/>
          </p:cNvSpPr>
          <p:nvPr>
            <p:ph type="body" sz="quarter" idx="43" hasCustomPrompt="1"/>
          </p:nvPr>
        </p:nvSpPr>
        <p:spPr>
          <a:xfrm>
            <a:off x="8037558"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85" name="Picture 5">
            <a:extLst>
              <a:ext uri="{FF2B5EF4-FFF2-40B4-BE49-F238E27FC236}">
                <a16:creationId xmlns:a16="http://schemas.microsoft.com/office/drawing/2014/main" id="{25483374-F780-293B-7C18-D75F9FA05893}"/>
              </a:ext>
            </a:extLst>
          </p:cNvPr>
          <p:cNvSpPr>
            <a:spLocks noGrp="1" noChangeAspect="1"/>
          </p:cNvSpPr>
          <p:nvPr>
            <p:ph type="pic" sz="quarter" idx="35"/>
          </p:nvPr>
        </p:nvSpPr>
        <p:spPr>
          <a:xfrm>
            <a:off x="6379003" y="2959714"/>
            <a:ext cx="1370529" cy="1371600"/>
          </a:xfrm>
          <a:prstGeom prst="ellipse">
            <a:avLst/>
          </a:prstGeom>
        </p:spPr>
        <p:txBody>
          <a:bodyPr/>
          <a:lstStyle>
            <a:lvl1pPr>
              <a:defRPr>
                <a:solidFill>
                  <a:schemeClr val="tx1"/>
                </a:solidFill>
              </a:defRPr>
            </a:lvl1pPr>
          </a:lstStyle>
          <a:p>
            <a:r>
              <a:rPr lang="en-US"/>
              <a:t>Click icon to add picture</a:t>
            </a:r>
          </a:p>
        </p:txBody>
      </p:sp>
      <p:sp>
        <p:nvSpPr>
          <p:cNvPr id="86" name="Name 5">
            <a:extLst>
              <a:ext uri="{FF2B5EF4-FFF2-40B4-BE49-F238E27FC236}">
                <a16:creationId xmlns:a16="http://schemas.microsoft.com/office/drawing/2014/main" id="{BF047364-28B8-1F30-EEEB-7B6E2368A6AB}"/>
              </a:ext>
            </a:extLst>
          </p:cNvPr>
          <p:cNvSpPr>
            <a:spLocks noGrp="1"/>
          </p:cNvSpPr>
          <p:nvPr>
            <p:ph type="body" sz="quarter" idx="36" hasCustomPrompt="1"/>
          </p:nvPr>
        </p:nvSpPr>
        <p:spPr>
          <a:xfrm>
            <a:off x="8037558" y="3355413"/>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87" name="Title 5">
            <a:extLst>
              <a:ext uri="{FF2B5EF4-FFF2-40B4-BE49-F238E27FC236}">
                <a16:creationId xmlns:a16="http://schemas.microsoft.com/office/drawing/2014/main" id="{09D55A0B-3944-9795-0EC9-244A2E8C0062}"/>
              </a:ext>
            </a:extLst>
          </p:cNvPr>
          <p:cNvSpPr>
            <a:spLocks noGrp="1"/>
          </p:cNvSpPr>
          <p:nvPr>
            <p:ph type="body" sz="quarter" idx="37" hasCustomPrompt="1"/>
          </p:nvPr>
        </p:nvSpPr>
        <p:spPr>
          <a:xfrm>
            <a:off x="8037558" y="3659944"/>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94" name="Picture 6">
            <a:extLst>
              <a:ext uri="{FF2B5EF4-FFF2-40B4-BE49-F238E27FC236}">
                <a16:creationId xmlns:a16="http://schemas.microsoft.com/office/drawing/2014/main" id="{C5596C01-BDD3-872C-1E20-6F26FD847F92}"/>
              </a:ext>
            </a:extLst>
          </p:cNvPr>
          <p:cNvSpPr>
            <a:spLocks noGrp="1" noChangeAspect="1"/>
          </p:cNvSpPr>
          <p:nvPr>
            <p:ph type="pic" sz="quarter" idx="44"/>
          </p:nvPr>
        </p:nvSpPr>
        <p:spPr>
          <a:xfrm>
            <a:off x="6379003" y="4658530"/>
            <a:ext cx="1370529" cy="1371600"/>
          </a:xfrm>
          <a:prstGeom prst="ellipse">
            <a:avLst/>
          </a:prstGeom>
        </p:spPr>
        <p:txBody>
          <a:bodyPr/>
          <a:lstStyle>
            <a:lvl1pPr>
              <a:defRPr>
                <a:solidFill>
                  <a:schemeClr val="tx1"/>
                </a:solidFill>
              </a:defRPr>
            </a:lvl1pPr>
          </a:lstStyle>
          <a:p>
            <a:r>
              <a:rPr lang="en-US"/>
              <a:t>Click icon to add picture</a:t>
            </a:r>
          </a:p>
        </p:txBody>
      </p:sp>
      <p:sp>
        <p:nvSpPr>
          <p:cNvPr id="95" name="Name 6">
            <a:extLst>
              <a:ext uri="{FF2B5EF4-FFF2-40B4-BE49-F238E27FC236}">
                <a16:creationId xmlns:a16="http://schemas.microsoft.com/office/drawing/2014/main" id="{908A6C8C-55F0-CAFA-799F-1586491CE534}"/>
              </a:ext>
            </a:extLst>
          </p:cNvPr>
          <p:cNvSpPr>
            <a:spLocks noGrp="1"/>
          </p:cNvSpPr>
          <p:nvPr>
            <p:ph type="body" sz="quarter" idx="45" hasCustomPrompt="1"/>
          </p:nvPr>
        </p:nvSpPr>
        <p:spPr>
          <a:xfrm>
            <a:off x="8037558" y="5078984"/>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96" name="Name 7">
            <a:extLst>
              <a:ext uri="{FF2B5EF4-FFF2-40B4-BE49-F238E27FC236}">
                <a16:creationId xmlns:a16="http://schemas.microsoft.com/office/drawing/2014/main" id="{80B8C125-5BDD-9CC4-70C3-CBF897A29E80}"/>
              </a:ext>
            </a:extLst>
          </p:cNvPr>
          <p:cNvSpPr>
            <a:spLocks noGrp="1"/>
          </p:cNvSpPr>
          <p:nvPr>
            <p:ph type="body" sz="quarter" idx="46" hasCustomPrompt="1"/>
          </p:nvPr>
        </p:nvSpPr>
        <p:spPr>
          <a:xfrm>
            <a:off x="8037558" y="5383515"/>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1652367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peaker_10">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1112987" y="1494713"/>
            <a:ext cx="1096422" cy="1097280"/>
          </a:xfrm>
          <a:prstGeom prst="ellipse">
            <a:avLst/>
          </a:prstGeom>
        </p:spPr>
        <p:txBody>
          <a:bodyPr/>
          <a:lstStyle>
            <a:lvl1pPr>
              <a:defRPr>
                <a:solidFill>
                  <a:schemeClr val="tx1"/>
                </a:solidFill>
              </a:defRPr>
            </a:lvl1pPr>
          </a:lstStyle>
          <a:p>
            <a:r>
              <a:rPr lang="en-US"/>
              <a:t>Click icon to add picture</a:t>
            </a:r>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010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010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52" name="Picture 2">
            <a:extLst>
              <a:ext uri="{FF2B5EF4-FFF2-40B4-BE49-F238E27FC236}">
                <a16:creationId xmlns:a16="http://schemas.microsoft.com/office/drawing/2014/main" id="{E3A8C480-E935-0DA4-A150-7A798552D69B}"/>
              </a:ext>
            </a:extLst>
          </p:cNvPr>
          <p:cNvSpPr>
            <a:spLocks noGrp="1" noChangeAspect="1"/>
          </p:cNvSpPr>
          <p:nvPr>
            <p:ph type="pic" sz="quarter" idx="32"/>
          </p:nvPr>
        </p:nvSpPr>
        <p:spPr>
          <a:xfrm>
            <a:off x="3398962" y="1494713"/>
            <a:ext cx="1096422" cy="1097280"/>
          </a:xfrm>
          <a:prstGeom prst="ellipse">
            <a:avLst/>
          </a:prstGeom>
        </p:spPr>
        <p:txBody>
          <a:bodyPr/>
          <a:lstStyle>
            <a:lvl1pPr>
              <a:defRPr>
                <a:solidFill>
                  <a:schemeClr val="tx1"/>
                </a:solidFill>
              </a:defRPr>
            </a:lvl1pPr>
          </a:lstStyle>
          <a:p>
            <a:r>
              <a:rPr lang="en-US"/>
              <a:t>Click icon to add picture</a:t>
            </a:r>
          </a:p>
        </p:txBody>
      </p:sp>
      <p:sp>
        <p:nvSpPr>
          <p:cNvPr id="53" name="Name 2">
            <a:extLst>
              <a:ext uri="{FF2B5EF4-FFF2-40B4-BE49-F238E27FC236}">
                <a16:creationId xmlns:a16="http://schemas.microsoft.com/office/drawing/2014/main" id="{D53E72DD-B667-6F64-FC11-B158256A1D6A}"/>
              </a:ext>
            </a:extLst>
          </p:cNvPr>
          <p:cNvSpPr>
            <a:spLocks noGrp="1"/>
          </p:cNvSpPr>
          <p:nvPr>
            <p:ph type="body" sz="quarter" idx="33" hasCustomPrompt="1"/>
          </p:nvPr>
        </p:nvSpPr>
        <p:spPr>
          <a:xfrm>
            <a:off x="298705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54" name="Title 2">
            <a:extLst>
              <a:ext uri="{FF2B5EF4-FFF2-40B4-BE49-F238E27FC236}">
                <a16:creationId xmlns:a16="http://schemas.microsoft.com/office/drawing/2014/main" id="{1151B9AB-CBE4-1067-D049-3E69A0E78E18}"/>
              </a:ext>
            </a:extLst>
          </p:cNvPr>
          <p:cNvSpPr>
            <a:spLocks noGrp="1"/>
          </p:cNvSpPr>
          <p:nvPr>
            <p:ph type="body" sz="quarter" idx="34" hasCustomPrompt="1"/>
          </p:nvPr>
        </p:nvSpPr>
        <p:spPr>
          <a:xfrm>
            <a:off x="298705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55" name="Picture 3 ">
            <a:extLst>
              <a:ext uri="{FF2B5EF4-FFF2-40B4-BE49-F238E27FC236}">
                <a16:creationId xmlns:a16="http://schemas.microsoft.com/office/drawing/2014/main" id="{B3646944-CB74-48E5-20C3-42C4C0663CDF}"/>
              </a:ext>
            </a:extLst>
          </p:cNvPr>
          <p:cNvSpPr>
            <a:spLocks noGrp="1" noChangeAspect="1"/>
          </p:cNvSpPr>
          <p:nvPr>
            <p:ph type="pic" sz="quarter" idx="35"/>
          </p:nvPr>
        </p:nvSpPr>
        <p:spPr>
          <a:xfrm>
            <a:off x="5684937" y="1494713"/>
            <a:ext cx="1096422" cy="1097280"/>
          </a:xfrm>
          <a:prstGeom prst="ellipse">
            <a:avLst/>
          </a:prstGeom>
        </p:spPr>
        <p:txBody>
          <a:bodyPr/>
          <a:lstStyle>
            <a:lvl1pPr>
              <a:defRPr>
                <a:solidFill>
                  <a:schemeClr val="tx1"/>
                </a:solidFill>
              </a:defRPr>
            </a:lvl1pPr>
          </a:lstStyle>
          <a:p>
            <a:r>
              <a:rPr lang="en-US"/>
              <a:t>Click icon to add picture</a:t>
            </a:r>
          </a:p>
        </p:txBody>
      </p:sp>
      <p:sp>
        <p:nvSpPr>
          <p:cNvPr id="56" name="Name 3">
            <a:extLst>
              <a:ext uri="{FF2B5EF4-FFF2-40B4-BE49-F238E27FC236}">
                <a16:creationId xmlns:a16="http://schemas.microsoft.com/office/drawing/2014/main" id="{4E1E4910-6DC5-4CFB-72D7-6EF41C7392E6}"/>
              </a:ext>
            </a:extLst>
          </p:cNvPr>
          <p:cNvSpPr>
            <a:spLocks noGrp="1"/>
          </p:cNvSpPr>
          <p:nvPr>
            <p:ph type="body" sz="quarter" idx="36" hasCustomPrompt="1"/>
          </p:nvPr>
        </p:nvSpPr>
        <p:spPr>
          <a:xfrm>
            <a:off x="527302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57" name="Title 3">
            <a:extLst>
              <a:ext uri="{FF2B5EF4-FFF2-40B4-BE49-F238E27FC236}">
                <a16:creationId xmlns:a16="http://schemas.microsoft.com/office/drawing/2014/main" id="{694BBFD6-ACCD-92AD-91C9-FA5C1A7A9F62}"/>
              </a:ext>
            </a:extLst>
          </p:cNvPr>
          <p:cNvSpPr>
            <a:spLocks noGrp="1"/>
          </p:cNvSpPr>
          <p:nvPr>
            <p:ph type="body" sz="quarter" idx="37" hasCustomPrompt="1"/>
          </p:nvPr>
        </p:nvSpPr>
        <p:spPr>
          <a:xfrm>
            <a:off x="527302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58" name="Picture 4">
            <a:extLst>
              <a:ext uri="{FF2B5EF4-FFF2-40B4-BE49-F238E27FC236}">
                <a16:creationId xmlns:a16="http://schemas.microsoft.com/office/drawing/2014/main" id="{8646106B-DADA-406C-A020-501C2210B615}"/>
              </a:ext>
            </a:extLst>
          </p:cNvPr>
          <p:cNvSpPr>
            <a:spLocks noGrp="1" noChangeAspect="1"/>
          </p:cNvSpPr>
          <p:nvPr>
            <p:ph type="pic" sz="quarter" idx="38"/>
          </p:nvPr>
        </p:nvSpPr>
        <p:spPr>
          <a:xfrm>
            <a:off x="7970912" y="1494713"/>
            <a:ext cx="1096422" cy="1097280"/>
          </a:xfrm>
          <a:prstGeom prst="ellipse">
            <a:avLst/>
          </a:prstGeom>
        </p:spPr>
        <p:txBody>
          <a:bodyPr/>
          <a:lstStyle>
            <a:lvl1pPr>
              <a:defRPr>
                <a:solidFill>
                  <a:schemeClr val="tx1"/>
                </a:solidFill>
              </a:defRPr>
            </a:lvl1pPr>
          </a:lstStyle>
          <a:p>
            <a:r>
              <a:rPr lang="en-US"/>
              <a:t>Click icon to add picture</a:t>
            </a:r>
          </a:p>
        </p:txBody>
      </p:sp>
      <p:sp>
        <p:nvSpPr>
          <p:cNvPr id="59" name="Name 4">
            <a:extLst>
              <a:ext uri="{FF2B5EF4-FFF2-40B4-BE49-F238E27FC236}">
                <a16:creationId xmlns:a16="http://schemas.microsoft.com/office/drawing/2014/main" id="{6279EEA7-C6AB-434D-DDF6-9F7C6BCDE10A}"/>
              </a:ext>
            </a:extLst>
          </p:cNvPr>
          <p:cNvSpPr>
            <a:spLocks noGrp="1"/>
          </p:cNvSpPr>
          <p:nvPr>
            <p:ph type="body" sz="quarter" idx="39" hasCustomPrompt="1"/>
          </p:nvPr>
        </p:nvSpPr>
        <p:spPr>
          <a:xfrm>
            <a:off x="755900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60" name="Title 4">
            <a:extLst>
              <a:ext uri="{FF2B5EF4-FFF2-40B4-BE49-F238E27FC236}">
                <a16:creationId xmlns:a16="http://schemas.microsoft.com/office/drawing/2014/main" id="{E6AFB52F-3CFF-BC09-B703-6A62B9560C5A}"/>
              </a:ext>
            </a:extLst>
          </p:cNvPr>
          <p:cNvSpPr>
            <a:spLocks noGrp="1"/>
          </p:cNvSpPr>
          <p:nvPr>
            <p:ph type="body" sz="quarter" idx="40" hasCustomPrompt="1"/>
          </p:nvPr>
        </p:nvSpPr>
        <p:spPr>
          <a:xfrm>
            <a:off x="755900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61" name="Picture 5">
            <a:extLst>
              <a:ext uri="{FF2B5EF4-FFF2-40B4-BE49-F238E27FC236}">
                <a16:creationId xmlns:a16="http://schemas.microsoft.com/office/drawing/2014/main" id="{10E92D5F-57AC-A19A-FED7-7254BA223549}"/>
              </a:ext>
            </a:extLst>
          </p:cNvPr>
          <p:cNvSpPr>
            <a:spLocks noGrp="1" noChangeAspect="1"/>
          </p:cNvSpPr>
          <p:nvPr>
            <p:ph type="pic" sz="quarter" idx="41"/>
          </p:nvPr>
        </p:nvSpPr>
        <p:spPr>
          <a:xfrm>
            <a:off x="10256887" y="1494713"/>
            <a:ext cx="1096422" cy="1097280"/>
          </a:xfrm>
          <a:prstGeom prst="ellipse">
            <a:avLst/>
          </a:prstGeom>
        </p:spPr>
        <p:txBody>
          <a:bodyPr/>
          <a:lstStyle>
            <a:lvl1pPr>
              <a:defRPr>
                <a:solidFill>
                  <a:schemeClr val="tx1"/>
                </a:solidFill>
              </a:defRPr>
            </a:lvl1pPr>
          </a:lstStyle>
          <a:p>
            <a:r>
              <a:rPr lang="en-US"/>
              <a:t>Click icon to add picture</a:t>
            </a:r>
          </a:p>
        </p:txBody>
      </p:sp>
      <p:sp>
        <p:nvSpPr>
          <p:cNvPr id="62" name="Name 5">
            <a:extLst>
              <a:ext uri="{FF2B5EF4-FFF2-40B4-BE49-F238E27FC236}">
                <a16:creationId xmlns:a16="http://schemas.microsoft.com/office/drawing/2014/main" id="{3CEC1BD5-E4C9-59CE-7CCC-3444C64A28AA}"/>
              </a:ext>
            </a:extLst>
          </p:cNvPr>
          <p:cNvSpPr>
            <a:spLocks noGrp="1"/>
          </p:cNvSpPr>
          <p:nvPr>
            <p:ph type="body" sz="quarter" idx="42" hasCustomPrompt="1"/>
          </p:nvPr>
        </p:nvSpPr>
        <p:spPr>
          <a:xfrm>
            <a:off x="98449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63" name="Title 5">
            <a:extLst>
              <a:ext uri="{FF2B5EF4-FFF2-40B4-BE49-F238E27FC236}">
                <a16:creationId xmlns:a16="http://schemas.microsoft.com/office/drawing/2014/main" id="{D34A6BDA-F544-70E1-6388-E3C1BF5771E8}"/>
              </a:ext>
            </a:extLst>
          </p:cNvPr>
          <p:cNvSpPr>
            <a:spLocks noGrp="1"/>
          </p:cNvSpPr>
          <p:nvPr>
            <p:ph type="body" sz="quarter" idx="43" hasCustomPrompt="1"/>
          </p:nvPr>
        </p:nvSpPr>
        <p:spPr>
          <a:xfrm>
            <a:off x="98449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
        <p:nvSpPr>
          <p:cNvPr id="6" name="Picture 1">
            <a:extLst>
              <a:ext uri="{FF2B5EF4-FFF2-40B4-BE49-F238E27FC236}">
                <a16:creationId xmlns:a16="http://schemas.microsoft.com/office/drawing/2014/main" id="{72521944-24A4-E7C1-7474-2B6FF0394BDA}"/>
              </a:ext>
            </a:extLst>
          </p:cNvPr>
          <p:cNvSpPr>
            <a:spLocks noGrp="1" noChangeAspect="1"/>
          </p:cNvSpPr>
          <p:nvPr>
            <p:ph type="pic" sz="quarter" idx="44"/>
          </p:nvPr>
        </p:nvSpPr>
        <p:spPr>
          <a:xfrm>
            <a:off x="1112987" y="3810096"/>
            <a:ext cx="1096422" cy="1097280"/>
          </a:xfrm>
          <a:prstGeom prst="ellipse">
            <a:avLst/>
          </a:prstGeom>
        </p:spPr>
        <p:txBody>
          <a:bodyPr/>
          <a:lstStyle>
            <a:lvl1pPr>
              <a:defRPr>
                <a:solidFill>
                  <a:schemeClr val="tx1"/>
                </a:solidFill>
              </a:defRPr>
            </a:lvl1pPr>
          </a:lstStyle>
          <a:p>
            <a:r>
              <a:rPr lang="en-US"/>
              <a:t>Click icon to add picture</a:t>
            </a:r>
          </a:p>
        </p:txBody>
      </p:sp>
      <p:sp>
        <p:nvSpPr>
          <p:cNvPr id="7" name="Name 1">
            <a:extLst>
              <a:ext uri="{FF2B5EF4-FFF2-40B4-BE49-F238E27FC236}">
                <a16:creationId xmlns:a16="http://schemas.microsoft.com/office/drawing/2014/main" id="{FB00A11F-459A-98FB-66B0-1222171BD164}"/>
              </a:ext>
            </a:extLst>
          </p:cNvPr>
          <p:cNvSpPr>
            <a:spLocks noGrp="1"/>
          </p:cNvSpPr>
          <p:nvPr>
            <p:ph type="body" sz="quarter" idx="45" hasCustomPrompt="1"/>
          </p:nvPr>
        </p:nvSpPr>
        <p:spPr>
          <a:xfrm>
            <a:off x="7010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8" name="Title 1">
            <a:extLst>
              <a:ext uri="{FF2B5EF4-FFF2-40B4-BE49-F238E27FC236}">
                <a16:creationId xmlns:a16="http://schemas.microsoft.com/office/drawing/2014/main" id="{66025BE5-0FFD-92F6-A4BA-CB6102BD8E75}"/>
              </a:ext>
            </a:extLst>
          </p:cNvPr>
          <p:cNvSpPr>
            <a:spLocks noGrp="1"/>
          </p:cNvSpPr>
          <p:nvPr>
            <p:ph type="body" sz="quarter" idx="46" hasCustomPrompt="1"/>
          </p:nvPr>
        </p:nvSpPr>
        <p:spPr>
          <a:xfrm>
            <a:off x="7010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9" name="Picture 2">
            <a:extLst>
              <a:ext uri="{FF2B5EF4-FFF2-40B4-BE49-F238E27FC236}">
                <a16:creationId xmlns:a16="http://schemas.microsoft.com/office/drawing/2014/main" id="{144C0724-9767-678B-A5C4-93F92C82A294}"/>
              </a:ext>
            </a:extLst>
          </p:cNvPr>
          <p:cNvSpPr>
            <a:spLocks noGrp="1" noChangeAspect="1"/>
          </p:cNvSpPr>
          <p:nvPr>
            <p:ph type="pic" sz="quarter" idx="47"/>
          </p:nvPr>
        </p:nvSpPr>
        <p:spPr>
          <a:xfrm>
            <a:off x="3398962" y="3810096"/>
            <a:ext cx="1096422" cy="1097280"/>
          </a:xfrm>
          <a:prstGeom prst="ellipse">
            <a:avLst/>
          </a:prstGeom>
        </p:spPr>
        <p:txBody>
          <a:bodyPr/>
          <a:lstStyle>
            <a:lvl1pPr>
              <a:defRPr>
                <a:solidFill>
                  <a:schemeClr val="tx1"/>
                </a:solidFill>
              </a:defRPr>
            </a:lvl1pPr>
          </a:lstStyle>
          <a:p>
            <a:r>
              <a:rPr lang="en-US"/>
              <a:t>Click icon to add picture</a:t>
            </a:r>
          </a:p>
        </p:txBody>
      </p:sp>
      <p:sp>
        <p:nvSpPr>
          <p:cNvPr id="10" name="Name 2">
            <a:extLst>
              <a:ext uri="{FF2B5EF4-FFF2-40B4-BE49-F238E27FC236}">
                <a16:creationId xmlns:a16="http://schemas.microsoft.com/office/drawing/2014/main" id="{8200242F-3C33-4861-1BBB-5205F5F9B02F}"/>
              </a:ext>
            </a:extLst>
          </p:cNvPr>
          <p:cNvSpPr>
            <a:spLocks noGrp="1"/>
          </p:cNvSpPr>
          <p:nvPr>
            <p:ph type="body" sz="quarter" idx="48" hasCustomPrompt="1"/>
          </p:nvPr>
        </p:nvSpPr>
        <p:spPr>
          <a:xfrm>
            <a:off x="298705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11" name="Title 2">
            <a:extLst>
              <a:ext uri="{FF2B5EF4-FFF2-40B4-BE49-F238E27FC236}">
                <a16:creationId xmlns:a16="http://schemas.microsoft.com/office/drawing/2014/main" id="{78E243D4-1A0C-2B5D-0602-EC28F75F2CDF}"/>
              </a:ext>
            </a:extLst>
          </p:cNvPr>
          <p:cNvSpPr>
            <a:spLocks noGrp="1"/>
          </p:cNvSpPr>
          <p:nvPr>
            <p:ph type="body" sz="quarter" idx="49" hasCustomPrompt="1"/>
          </p:nvPr>
        </p:nvSpPr>
        <p:spPr>
          <a:xfrm>
            <a:off x="298705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12" name="Picture 3 ">
            <a:extLst>
              <a:ext uri="{FF2B5EF4-FFF2-40B4-BE49-F238E27FC236}">
                <a16:creationId xmlns:a16="http://schemas.microsoft.com/office/drawing/2014/main" id="{25BE96FF-1149-A871-059D-5FC5C5724DE2}"/>
              </a:ext>
            </a:extLst>
          </p:cNvPr>
          <p:cNvSpPr>
            <a:spLocks noGrp="1" noChangeAspect="1"/>
          </p:cNvSpPr>
          <p:nvPr>
            <p:ph type="pic" sz="quarter" idx="50"/>
          </p:nvPr>
        </p:nvSpPr>
        <p:spPr>
          <a:xfrm>
            <a:off x="5684937" y="3810096"/>
            <a:ext cx="1096422" cy="1097280"/>
          </a:xfrm>
          <a:prstGeom prst="ellipse">
            <a:avLst/>
          </a:prstGeom>
        </p:spPr>
        <p:txBody>
          <a:bodyPr/>
          <a:lstStyle>
            <a:lvl1pPr>
              <a:defRPr>
                <a:solidFill>
                  <a:schemeClr val="tx1"/>
                </a:solidFill>
              </a:defRPr>
            </a:lvl1pPr>
          </a:lstStyle>
          <a:p>
            <a:r>
              <a:rPr lang="en-US"/>
              <a:t>Click icon to add picture</a:t>
            </a:r>
          </a:p>
        </p:txBody>
      </p:sp>
      <p:sp>
        <p:nvSpPr>
          <p:cNvPr id="13" name="Name 3">
            <a:extLst>
              <a:ext uri="{FF2B5EF4-FFF2-40B4-BE49-F238E27FC236}">
                <a16:creationId xmlns:a16="http://schemas.microsoft.com/office/drawing/2014/main" id="{C79E27DB-CB5A-5B10-1D20-382BE231D8B4}"/>
              </a:ext>
            </a:extLst>
          </p:cNvPr>
          <p:cNvSpPr>
            <a:spLocks noGrp="1"/>
          </p:cNvSpPr>
          <p:nvPr>
            <p:ph type="body" sz="quarter" idx="51" hasCustomPrompt="1"/>
          </p:nvPr>
        </p:nvSpPr>
        <p:spPr>
          <a:xfrm>
            <a:off x="527302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14" name="Title 3">
            <a:extLst>
              <a:ext uri="{FF2B5EF4-FFF2-40B4-BE49-F238E27FC236}">
                <a16:creationId xmlns:a16="http://schemas.microsoft.com/office/drawing/2014/main" id="{E3168F24-D5E1-A01A-9FE4-02BBEBCAC256}"/>
              </a:ext>
            </a:extLst>
          </p:cNvPr>
          <p:cNvSpPr>
            <a:spLocks noGrp="1"/>
          </p:cNvSpPr>
          <p:nvPr>
            <p:ph type="body" sz="quarter" idx="52" hasCustomPrompt="1"/>
          </p:nvPr>
        </p:nvSpPr>
        <p:spPr>
          <a:xfrm>
            <a:off x="527302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15" name="Picture 4">
            <a:extLst>
              <a:ext uri="{FF2B5EF4-FFF2-40B4-BE49-F238E27FC236}">
                <a16:creationId xmlns:a16="http://schemas.microsoft.com/office/drawing/2014/main" id="{C28F1BA1-9C38-C15A-DAF0-7D7D17BF4911}"/>
              </a:ext>
            </a:extLst>
          </p:cNvPr>
          <p:cNvSpPr>
            <a:spLocks noGrp="1" noChangeAspect="1"/>
          </p:cNvSpPr>
          <p:nvPr>
            <p:ph type="pic" sz="quarter" idx="53"/>
          </p:nvPr>
        </p:nvSpPr>
        <p:spPr>
          <a:xfrm>
            <a:off x="7970912" y="3810096"/>
            <a:ext cx="1096422" cy="1097280"/>
          </a:xfrm>
          <a:prstGeom prst="ellipse">
            <a:avLst/>
          </a:prstGeom>
        </p:spPr>
        <p:txBody>
          <a:bodyPr/>
          <a:lstStyle>
            <a:lvl1pPr>
              <a:defRPr>
                <a:solidFill>
                  <a:schemeClr val="tx1"/>
                </a:solidFill>
              </a:defRPr>
            </a:lvl1pPr>
          </a:lstStyle>
          <a:p>
            <a:r>
              <a:rPr lang="en-US"/>
              <a:t>Click icon to add picture</a:t>
            </a:r>
          </a:p>
        </p:txBody>
      </p:sp>
      <p:sp>
        <p:nvSpPr>
          <p:cNvPr id="16" name="Name 4">
            <a:extLst>
              <a:ext uri="{FF2B5EF4-FFF2-40B4-BE49-F238E27FC236}">
                <a16:creationId xmlns:a16="http://schemas.microsoft.com/office/drawing/2014/main" id="{A736C04C-99C8-5B44-F5FF-04676206CDF7}"/>
              </a:ext>
            </a:extLst>
          </p:cNvPr>
          <p:cNvSpPr>
            <a:spLocks noGrp="1"/>
          </p:cNvSpPr>
          <p:nvPr>
            <p:ph type="body" sz="quarter" idx="54" hasCustomPrompt="1"/>
          </p:nvPr>
        </p:nvSpPr>
        <p:spPr>
          <a:xfrm>
            <a:off x="755900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17" name="Title 4">
            <a:extLst>
              <a:ext uri="{FF2B5EF4-FFF2-40B4-BE49-F238E27FC236}">
                <a16:creationId xmlns:a16="http://schemas.microsoft.com/office/drawing/2014/main" id="{1B6CC2B9-2432-DD61-FFD2-E986BE8E9F35}"/>
              </a:ext>
            </a:extLst>
          </p:cNvPr>
          <p:cNvSpPr>
            <a:spLocks noGrp="1"/>
          </p:cNvSpPr>
          <p:nvPr>
            <p:ph type="body" sz="quarter" idx="55" hasCustomPrompt="1"/>
          </p:nvPr>
        </p:nvSpPr>
        <p:spPr>
          <a:xfrm>
            <a:off x="755900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
        <p:nvSpPr>
          <p:cNvPr id="18" name="Picture 5">
            <a:extLst>
              <a:ext uri="{FF2B5EF4-FFF2-40B4-BE49-F238E27FC236}">
                <a16:creationId xmlns:a16="http://schemas.microsoft.com/office/drawing/2014/main" id="{3A558EAD-D220-0239-69EF-648F93A62478}"/>
              </a:ext>
            </a:extLst>
          </p:cNvPr>
          <p:cNvSpPr>
            <a:spLocks noGrp="1" noChangeAspect="1"/>
          </p:cNvSpPr>
          <p:nvPr>
            <p:ph type="pic" sz="quarter" idx="56"/>
          </p:nvPr>
        </p:nvSpPr>
        <p:spPr>
          <a:xfrm>
            <a:off x="10256887" y="3810096"/>
            <a:ext cx="1096422" cy="1097280"/>
          </a:xfrm>
          <a:prstGeom prst="ellipse">
            <a:avLst/>
          </a:prstGeom>
        </p:spPr>
        <p:txBody>
          <a:bodyPr/>
          <a:lstStyle>
            <a:lvl1pPr>
              <a:defRPr>
                <a:solidFill>
                  <a:schemeClr val="tx1"/>
                </a:solidFill>
              </a:defRPr>
            </a:lvl1pPr>
          </a:lstStyle>
          <a:p>
            <a:r>
              <a:rPr lang="en-US"/>
              <a:t>Click icon to add picture</a:t>
            </a:r>
          </a:p>
        </p:txBody>
      </p:sp>
      <p:sp>
        <p:nvSpPr>
          <p:cNvPr id="20" name="Name 5">
            <a:extLst>
              <a:ext uri="{FF2B5EF4-FFF2-40B4-BE49-F238E27FC236}">
                <a16:creationId xmlns:a16="http://schemas.microsoft.com/office/drawing/2014/main" id="{007E775B-15B1-5428-C8C9-4B614DEE17D1}"/>
              </a:ext>
            </a:extLst>
          </p:cNvPr>
          <p:cNvSpPr>
            <a:spLocks noGrp="1"/>
          </p:cNvSpPr>
          <p:nvPr>
            <p:ph type="body" sz="quarter" idx="57" hasCustomPrompt="1"/>
          </p:nvPr>
        </p:nvSpPr>
        <p:spPr>
          <a:xfrm>
            <a:off x="98449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name</a:t>
            </a:r>
          </a:p>
        </p:txBody>
      </p:sp>
      <p:sp>
        <p:nvSpPr>
          <p:cNvPr id="21" name="Title 5">
            <a:extLst>
              <a:ext uri="{FF2B5EF4-FFF2-40B4-BE49-F238E27FC236}">
                <a16:creationId xmlns:a16="http://schemas.microsoft.com/office/drawing/2014/main" id="{5A22EC85-7769-2401-038D-634693151760}"/>
              </a:ext>
            </a:extLst>
          </p:cNvPr>
          <p:cNvSpPr>
            <a:spLocks noGrp="1"/>
          </p:cNvSpPr>
          <p:nvPr>
            <p:ph type="body" sz="quarter" idx="58" hasCustomPrompt="1"/>
          </p:nvPr>
        </p:nvSpPr>
        <p:spPr>
          <a:xfrm>
            <a:off x="98449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a:t>Add speaker title</a:t>
            </a:r>
          </a:p>
        </p:txBody>
      </p:sp>
    </p:spTree>
    <p:extLst>
      <p:ext uri="{BB962C8B-B14F-4D97-AF65-F5344CB8AC3E}">
        <p14:creationId xmlns:p14="http://schemas.microsoft.com/office/powerpoint/2010/main" val="41606166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 3points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a:t>Copy goes here, do not exceed 2 lines of copy</a:t>
            </a:r>
          </a:p>
        </p:txBody>
      </p:sp>
      <p:sp>
        <p:nvSpPr>
          <p:cNvPr id="3" name="Slide Number Placeholder 5">
            <a:extLst>
              <a:ext uri="{FF2B5EF4-FFF2-40B4-BE49-F238E27FC236}">
                <a16:creationId xmlns:a16="http://schemas.microsoft.com/office/drawing/2014/main" id="{28FB87FE-17B5-F9E9-709A-0B45CF7A69A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149EA8E9-ED27-F122-7091-4B0663BBD45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54DD5434-5084-63C2-861B-6F2CF4BBA245}"/>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4972143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 3points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a:t>Copy goes here, do not exceed 2 lines of copy</a:t>
            </a:r>
          </a:p>
        </p:txBody>
      </p:sp>
      <p:sp>
        <p:nvSpPr>
          <p:cNvPr id="4" name="Date Placeholder 3">
            <a:extLst>
              <a:ext uri="{FF2B5EF4-FFF2-40B4-BE49-F238E27FC236}">
                <a16:creationId xmlns:a16="http://schemas.microsoft.com/office/drawing/2014/main" id="{998C7B89-9919-27D5-3CA3-59231744A8D1}"/>
              </a:ext>
            </a:extLst>
          </p:cNvPr>
          <p:cNvSpPr>
            <a:spLocks noGrp="1"/>
          </p:cNvSpPr>
          <p:nvPr>
            <p:ph type="dt" sz="half" idx="19"/>
          </p:nvPr>
        </p:nvSpPr>
        <p:spPr/>
        <p:txBody>
          <a:bodyPr/>
          <a:lstStyle>
            <a:lvl1pPr>
              <a:defRPr>
                <a:solidFill>
                  <a:srgbClr val="AEA8A2"/>
                </a:solidFill>
              </a:defRPr>
            </a:lvl1pPr>
          </a:lstStyle>
          <a:p>
            <a:r>
              <a:rPr lang="en-US"/>
              <a:t>[Date]</a:t>
            </a:r>
          </a:p>
        </p:txBody>
      </p:sp>
      <p:sp>
        <p:nvSpPr>
          <p:cNvPr id="9" name="Footer Placeholder 8">
            <a:extLst>
              <a:ext uri="{FF2B5EF4-FFF2-40B4-BE49-F238E27FC236}">
                <a16:creationId xmlns:a16="http://schemas.microsoft.com/office/drawing/2014/main" id="{3E870DE9-DE63-752A-F432-5906F9312978}"/>
              </a:ext>
            </a:extLst>
          </p:cNvPr>
          <p:cNvSpPr>
            <a:spLocks noGrp="1"/>
          </p:cNvSpPr>
          <p:nvPr>
            <p:ph type="ftr" sz="quarter" idx="20"/>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15" name="Slide Number Placeholder 14">
            <a:extLst>
              <a:ext uri="{FF2B5EF4-FFF2-40B4-BE49-F238E27FC236}">
                <a16:creationId xmlns:a16="http://schemas.microsoft.com/office/drawing/2014/main" id="{883696C6-F350-8E61-ECA5-EDD80B9EF607}"/>
              </a:ext>
            </a:extLst>
          </p:cNvPr>
          <p:cNvSpPr>
            <a:spLocks noGrp="1"/>
          </p:cNvSpPr>
          <p:nvPr>
            <p:ph type="sldNum" sz="quarter" idx="21"/>
          </p:nvPr>
        </p:nvSpPr>
        <p:spPr/>
        <p:txBody>
          <a:bodyPr/>
          <a:lstStyle>
            <a:lvl1pPr>
              <a:defRPr>
                <a:solidFill>
                  <a:srgbClr val="AEA8A2"/>
                </a:solidFill>
              </a:defRPr>
            </a:lvl1pPr>
          </a:lstStyle>
          <a:p>
            <a:fld id="{345D60D9-5372-5F40-9443-0F9AE5BDC3C8}" type="slidenum">
              <a:rPr lang="en-US" smtClean="0"/>
              <a:pPr/>
              <a:t>‹#›</a:t>
            </a:fld>
            <a:endParaRPr lang="en-US"/>
          </a:p>
        </p:txBody>
      </p:sp>
    </p:spTree>
    <p:extLst>
      <p:ext uri="{BB962C8B-B14F-4D97-AF65-F5344CB8AC3E}">
        <p14:creationId xmlns:p14="http://schemas.microsoft.com/office/powerpoint/2010/main" val="27647881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Light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3" name="Slide Number Placeholder 5">
            <a:extLst>
              <a:ext uri="{FF2B5EF4-FFF2-40B4-BE49-F238E27FC236}">
                <a16:creationId xmlns:a16="http://schemas.microsoft.com/office/drawing/2014/main" id="{0196566A-34C0-2909-1BBA-2F1E01266A07}"/>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4" name="Footer Placeholder 4">
            <a:extLst>
              <a:ext uri="{FF2B5EF4-FFF2-40B4-BE49-F238E27FC236}">
                <a16:creationId xmlns:a16="http://schemas.microsoft.com/office/drawing/2014/main" id="{47D75A6B-90D9-58CE-7BC7-31C53C19C8F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5" name="Date Placeholder 3">
            <a:extLst>
              <a:ext uri="{FF2B5EF4-FFF2-40B4-BE49-F238E27FC236}">
                <a16:creationId xmlns:a16="http://schemas.microsoft.com/office/drawing/2014/main" id="{33C7F88C-022C-DC8C-F4BA-18F89F1E4ADA}"/>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12307516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ark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a:p>
        </p:txBody>
      </p:sp>
    </p:spTree>
    <p:extLst>
      <p:ext uri="{BB962C8B-B14F-4D97-AF65-F5344CB8AC3E}">
        <p14:creationId xmlns:p14="http://schemas.microsoft.com/office/powerpoint/2010/main" val="12338531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Light - Title/Subtitle">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3" name="Subtitle">
            <a:extLst>
              <a:ext uri="{FF2B5EF4-FFF2-40B4-BE49-F238E27FC236}">
                <a16:creationId xmlns:a16="http://schemas.microsoft.com/office/drawing/2014/main" id="{120DA5B7-17E8-2CF4-4B51-F677DF6CE73C}"/>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2" name="Slide Number Placeholder 5">
            <a:extLst>
              <a:ext uri="{FF2B5EF4-FFF2-40B4-BE49-F238E27FC236}">
                <a16:creationId xmlns:a16="http://schemas.microsoft.com/office/drawing/2014/main" id="{DBEEF32F-ED74-47E3-D2C3-F1B1AD13F3F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7" name="Footer Placeholder 4">
            <a:extLst>
              <a:ext uri="{FF2B5EF4-FFF2-40B4-BE49-F238E27FC236}">
                <a16:creationId xmlns:a16="http://schemas.microsoft.com/office/drawing/2014/main" id="{DFD6C787-D3B4-031A-8D4C-3A19D9BDFA78}"/>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8" name="Date Placeholder 3">
            <a:extLst>
              <a:ext uri="{FF2B5EF4-FFF2-40B4-BE49-F238E27FC236}">
                <a16:creationId xmlns:a16="http://schemas.microsoft.com/office/drawing/2014/main" id="{005CA9E8-9559-78FA-E425-B044F817EEE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13118533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ark - Title/Subtitl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6" name="Subtitle">
            <a:extLst>
              <a:ext uri="{FF2B5EF4-FFF2-40B4-BE49-F238E27FC236}">
                <a16:creationId xmlns:a16="http://schemas.microsoft.com/office/drawing/2014/main" id="{756DCC98-315C-61EE-3BD9-275F39B0D5B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9" name="Date Placeholder 4">
            <a:extLst>
              <a:ext uri="{FF2B5EF4-FFF2-40B4-BE49-F238E27FC236}">
                <a16:creationId xmlns:a16="http://schemas.microsoft.com/office/drawing/2014/main" id="{E986AE2C-3C8D-7087-0A03-7B9F6CF293A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26362097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ight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514C47"/>
                </a:solidFill>
                <a:latin typeface="+mn-lt"/>
              </a:defRPr>
            </a:lvl1pPr>
          </a:lstStyle>
          <a:p>
            <a:fld id="{345D60D9-5372-5F40-9443-0F9AE5BDC3C8}" type="slidenum">
              <a:rPr lang="en-US" smtClean="0"/>
              <a:pPr/>
              <a:t>‹#›</a:t>
            </a:fld>
            <a:endParaRPr lang="en-US"/>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514C47"/>
                </a:solidFill>
                <a:latin typeface="+mn-lt"/>
              </a:defRPr>
            </a:lvl1pPr>
          </a:lstStyle>
          <a:p>
            <a:r>
              <a:rPr lang="en-US"/>
              <a:t>Copyright © 2026, Oracle and/or its affiliates |  Confidential: Internal/Restricted/Highly Restricted</a:t>
            </a:r>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514C47"/>
                </a:solidFill>
                <a:latin typeface="+mn-lt"/>
              </a:defRPr>
            </a:lvl1pPr>
          </a:lstStyle>
          <a:p>
            <a:r>
              <a:rPr lang="en-US"/>
              <a:t>[Date]</a:t>
            </a:r>
          </a:p>
        </p:txBody>
      </p:sp>
    </p:spTree>
    <p:extLst>
      <p:ext uri="{BB962C8B-B14F-4D97-AF65-F5344CB8AC3E}">
        <p14:creationId xmlns:p14="http://schemas.microsoft.com/office/powerpoint/2010/main" val="35775670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rk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AEA8A2"/>
                </a:solidFill>
                <a:latin typeface="+mn-lt"/>
              </a:defRPr>
            </a:lvl1pPr>
          </a:lstStyle>
          <a:p>
            <a:fld id="{345D60D9-5372-5F40-9443-0F9AE5BDC3C8}" type="slidenum">
              <a:rPr lang="en-US" smtClean="0"/>
              <a:pPr/>
              <a:t>‹#›</a:t>
            </a:fld>
            <a:endParaRPr lang="en-US"/>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AEA8A2"/>
                </a:solidFill>
                <a:latin typeface="+mn-lt"/>
              </a:defRPr>
            </a:lvl1pPr>
          </a:lstStyle>
          <a:p>
            <a:r>
              <a:rPr lang="en-US"/>
              <a:t>Copyright © 2026, Oracle and/or its affiliates |  Confidential: Internal/Restricted/Highly Restricted</a:t>
            </a:r>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AEA8A2"/>
                </a:solidFill>
                <a:latin typeface="+mn-lt"/>
              </a:defRPr>
            </a:lvl1pPr>
          </a:lstStyle>
          <a:p>
            <a:r>
              <a:rPr lang="en-US"/>
              <a:t>[Date]</a:t>
            </a:r>
          </a:p>
        </p:txBody>
      </p:sp>
    </p:spTree>
    <p:extLst>
      <p:ext uri="{BB962C8B-B14F-4D97-AF65-F5344CB8AC3E}">
        <p14:creationId xmlns:p14="http://schemas.microsoft.com/office/powerpoint/2010/main" val="5155026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Light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3" name="Subtitle">
            <a:extLst>
              <a:ext uri="{FF2B5EF4-FFF2-40B4-BE49-F238E27FC236}">
                <a16:creationId xmlns:a16="http://schemas.microsoft.com/office/drawing/2014/main" id="{B28271ED-B1CF-9F0D-4AA0-883D80DEDBF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9" name="Content">
            <a:extLst>
              <a:ext uri="{FF2B5EF4-FFF2-40B4-BE49-F238E27FC236}">
                <a16:creationId xmlns:a16="http://schemas.microsoft.com/office/drawing/2014/main" id="{B95271D6-CF2C-D8C3-F7FB-D555FC2D9469}"/>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lvl1pPr>
              <a:defRPr>
                <a:solidFill>
                  <a:srgbClr val="514C47"/>
                </a:solidFill>
              </a:defRPr>
            </a:lvl1pPr>
          </a:lstStyle>
          <a:p>
            <a:fld id="{345D60D9-5372-5F40-9443-0F9AE5BDC3C8}" type="slidenum">
              <a:rPr lang="en-US" smtClean="0"/>
              <a:pPr/>
              <a:t>‹#›</a:t>
            </a:fld>
            <a:endParaRPr lang="en-US"/>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lvl1pPr>
              <a:defRPr>
                <a:solidFill>
                  <a:srgbClr val="514C47"/>
                </a:solidFill>
              </a:defRPr>
            </a:lvl1pPr>
          </a:lstStyle>
          <a:p>
            <a:r>
              <a:rPr lang="en-US"/>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33179959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lvl1pPr>
              <a:defRPr>
                <a:solidFill>
                  <a:srgbClr val="AEA8A2"/>
                </a:solidFill>
              </a:defRPr>
            </a:lvl1pPr>
          </a:lstStyle>
          <a:p>
            <a:fld id="{345D60D9-5372-5F40-9443-0F9AE5BDC3C8}" type="slidenum">
              <a:rPr lang="en-US" smtClean="0"/>
              <a:pPr/>
              <a:t>‹#›</a:t>
            </a:fld>
            <a:endParaRPr lang="en-US"/>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5801076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Light - Title/Subtitle 2 Column">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Title</a:t>
            </a:r>
          </a:p>
        </p:txBody>
      </p:sp>
      <p:sp>
        <p:nvSpPr>
          <p:cNvPr id="7" name="Subtitle">
            <a:extLst>
              <a:ext uri="{FF2B5EF4-FFF2-40B4-BE49-F238E27FC236}">
                <a16:creationId xmlns:a16="http://schemas.microsoft.com/office/drawing/2014/main" id="{1C3705B9-F5B6-D7DA-A986-BD252292278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2" name="Content">
            <a:extLst>
              <a:ext uri="{FF2B5EF4-FFF2-40B4-BE49-F238E27FC236}">
                <a16:creationId xmlns:a16="http://schemas.microsoft.com/office/drawing/2014/main" id="{002F888E-0FBB-6617-9462-4201B11F2A44}"/>
              </a:ext>
            </a:extLst>
          </p:cNvPr>
          <p:cNvSpPr>
            <a:spLocks noGrp="1"/>
          </p:cNvSpPr>
          <p:nvPr>
            <p:ph sz="quarter" idx="14"/>
          </p:nvPr>
        </p:nvSpPr>
        <p:spPr>
          <a:xfrm>
            <a:off x="766762" y="1600199"/>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3" name="Content">
            <a:extLst>
              <a:ext uri="{FF2B5EF4-FFF2-40B4-BE49-F238E27FC236}">
                <a16:creationId xmlns:a16="http://schemas.microsoft.com/office/drawing/2014/main" id="{4F57E862-706F-9432-1E5B-C66745958B78}"/>
              </a:ext>
            </a:extLst>
          </p:cNvPr>
          <p:cNvSpPr>
            <a:spLocks noGrp="1"/>
          </p:cNvSpPr>
          <p:nvPr>
            <p:ph sz="quarter" idx="19"/>
          </p:nvPr>
        </p:nvSpPr>
        <p:spPr>
          <a:xfrm>
            <a:off x="6370317" y="1600220"/>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424C32FC-D616-45B7-A051-90859CE92D73}"/>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a:p>
        </p:txBody>
      </p:sp>
      <p:sp>
        <p:nvSpPr>
          <p:cNvPr id="8" name="Footer Placeholder 7">
            <a:extLst>
              <a:ext uri="{FF2B5EF4-FFF2-40B4-BE49-F238E27FC236}">
                <a16:creationId xmlns:a16="http://schemas.microsoft.com/office/drawing/2014/main" id="{48F71CDA-982A-476F-ADB7-47031714FD6F}"/>
              </a:ext>
            </a:extLst>
          </p:cNvPr>
          <p:cNvSpPr>
            <a:spLocks noGrp="1"/>
          </p:cNvSpPr>
          <p:nvPr>
            <p:ph type="ftr" sz="quarter" idx="17"/>
          </p:nvPr>
        </p:nvSpPr>
        <p:spPr/>
        <p:txBody>
          <a:bodyPr/>
          <a:lstStyle>
            <a:lvl1pPr>
              <a:defRPr>
                <a:solidFill>
                  <a:srgbClr val="514C47"/>
                </a:solidFill>
              </a:defRPr>
            </a:lvl1pPr>
          </a:lstStyle>
          <a:p>
            <a:r>
              <a:rPr lang="en-US"/>
              <a:t>Copyright © 2026, Oracle and/or its affiliates |  Confidential: Internal/Restricted/Highly Restricted</a:t>
            </a:r>
          </a:p>
        </p:txBody>
      </p:sp>
      <p:sp>
        <p:nvSpPr>
          <p:cNvPr id="4" name="Date Placeholder 3">
            <a:extLst>
              <a:ext uri="{FF2B5EF4-FFF2-40B4-BE49-F238E27FC236}">
                <a16:creationId xmlns:a16="http://schemas.microsoft.com/office/drawing/2014/main" id="{4B5A409C-CB05-4133-9F5F-1D2097DE34E0}"/>
              </a:ext>
            </a:extLst>
          </p:cNvPr>
          <p:cNvSpPr>
            <a:spLocks noGrp="1"/>
          </p:cNvSpPr>
          <p:nvPr>
            <p:ph type="dt" sz="half" idx="16"/>
          </p:nvPr>
        </p:nvSpPr>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3532734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rk - Title/Subtitle 2 Column">
    <p:bg>
      <p:bgRef idx="1001">
        <a:schemeClr val="bg2"/>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6E20D12-1316-3177-701A-67F81626368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12" name="Subtitle">
            <a:extLst>
              <a:ext uri="{FF2B5EF4-FFF2-40B4-BE49-F238E27FC236}">
                <a16:creationId xmlns:a16="http://schemas.microsoft.com/office/drawing/2014/main" id="{491B9BE2-1C80-DD0F-2348-944405667FA4}"/>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a:extLst>
              <a:ext uri="{FF2B5EF4-FFF2-40B4-BE49-F238E27FC236}">
                <a16:creationId xmlns:a16="http://schemas.microsoft.com/office/drawing/2014/main" id="{1A8D2713-0A2C-B9EC-921A-E43EBB54D7F1}"/>
              </a:ext>
            </a:extLst>
          </p:cNvPr>
          <p:cNvSpPr>
            <a:spLocks noGrp="1"/>
          </p:cNvSpPr>
          <p:nvPr>
            <p:ph sz="quarter" idx="19"/>
          </p:nvPr>
        </p:nvSpPr>
        <p:spPr>
          <a:xfrm>
            <a:off x="6370317" y="1600220"/>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Column Divider">
            <a:extLst>
              <a:ext uri="{FF2B5EF4-FFF2-40B4-BE49-F238E27FC236}">
                <a16:creationId xmlns:a16="http://schemas.microsoft.com/office/drawing/2014/main" id="{EF021091-A040-8AC0-0501-04709D496D73}"/>
              </a:ext>
              <a:ext uri="{C183D7F6-B498-43B3-948B-1728B52AA6E4}">
                <adec:decorative xmlns:adec="http://schemas.microsoft.com/office/drawing/2017/decorative" val="1"/>
              </a:ext>
            </a:extLst>
          </p:cNvPr>
          <p:cNvCxnSpPr>
            <a:cxnSpLocks/>
          </p:cNvCxnSpPr>
          <p:nvPr userDrawn="1"/>
        </p:nvCxnSpPr>
        <p:spPr>
          <a:xfrm>
            <a:off x="6096000"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7440551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Light - Title/Subtitle 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lnSpc>
                <a:spcPct val="100000"/>
              </a:lnSpc>
              <a:defRPr/>
            </a:lvl1pPr>
          </a:lstStyle>
          <a:p>
            <a:r>
              <a:rPr lang="en-US"/>
              <a:t>Title</a:t>
            </a:r>
          </a:p>
        </p:txBody>
      </p:sp>
      <p:sp>
        <p:nvSpPr>
          <p:cNvPr id="11" name="Subtitle">
            <a:extLst>
              <a:ext uri="{FF2B5EF4-FFF2-40B4-BE49-F238E27FC236}">
                <a16:creationId xmlns:a16="http://schemas.microsoft.com/office/drawing/2014/main" id="{AC6B64F9-2DA0-A690-C71E-B99D471B02D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4" name="Content">
            <a:extLst>
              <a:ext uri="{FF2B5EF4-FFF2-40B4-BE49-F238E27FC236}">
                <a16:creationId xmlns:a16="http://schemas.microsoft.com/office/drawing/2014/main" id="{CC34BF80-B5D4-D7B6-8CCA-80AF04A72B45}"/>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a:extLst>
              <a:ext uri="{FF2B5EF4-FFF2-40B4-BE49-F238E27FC236}">
                <a16:creationId xmlns:a16="http://schemas.microsoft.com/office/drawing/2014/main" id="{C0573275-C70D-AE89-EF3D-A7DAC9B01BE7}"/>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a:extLst>
              <a:ext uri="{FF2B5EF4-FFF2-40B4-BE49-F238E27FC236}">
                <a16:creationId xmlns:a16="http://schemas.microsoft.com/office/drawing/2014/main" id="{2CF00143-3379-1D5D-5D8F-463C800F8EA1}"/>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lvl1pPr>
              <a:defRPr>
                <a:solidFill>
                  <a:srgbClr val="514C47"/>
                </a:solidFill>
              </a:defRPr>
            </a:lvl1pPr>
          </a:lstStyle>
          <a:p>
            <a:r>
              <a:rPr lang="en-US"/>
              <a:t>[Date]</a:t>
            </a:r>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lvl1pPr>
              <a:defRPr>
                <a:solidFill>
                  <a:srgbClr val="514C47"/>
                </a:solidFill>
              </a:defRPr>
            </a:lvl1pPr>
          </a:lstStyle>
          <a:p>
            <a:r>
              <a:rPr lang="en-US"/>
              <a:t>Copyright © 2026, Oracle and/or its affiliates |  Confidential: Internal/Restricted/Highly Restricted</a:t>
            </a:r>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lvl1pPr>
              <a:defRPr>
                <a:solidFill>
                  <a:srgbClr val="514C47"/>
                </a:solidFill>
              </a:defRPr>
            </a:lvl1pPr>
          </a:lstStyle>
          <a:p>
            <a:fld id="{345D60D9-5372-5F40-9443-0F9AE5BDC3C8}" type="slidenum">
              <a:rPr lang="en-US" smtClean="0"/>
              <a:pPr/>
              <a:t>‹#›</a:t>
            </a:fld>
            <a:endParaRPr lang="en-US"/>
          </a:p>
        </p:txBody>
      </p:sp>
    </p:spTree>
    <p:extLst>
      <p:ext uri="{BB962C8B-B14F-4D97-AF65-F5344CB8AC3E}">
        <p14:creationId xmlns:p14="http://schemas.microsoft.com/office/powerpoint/2010/main" val="28406420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ark - Title/Subtitle 3 Column">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2" name="Content">
            <a:extLst>
              <a:ext uri="{FF2B5EF4-FFF2-40B4-BE49-F238E27FC236}">
                <a16:creationId xmlns:a16="http://schemas.microsoft.com/office/drawing/2014/main" id="{EEBF987F-38F4-709F-2C5C-6A33F92ABAC2}"/>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a:extLst>
              <a:ext uri="{FF2B5EF4-FFF2-40B4-BE49-F238E27FC236}">
                <a16:creationId xmlns:a16="http://schemas.microsoft.com/office/drawing/2014/main" id="{C8007CC0-7806-5000-E1A2-EE5C157D0752}"/>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a:extLst>
              <a:ext uri="{FF2B5EF4-FFF2-40B4-BE49-F238E27FC236}">
                <a16:creationId xmlns:a16="http://schemas.microsoft.com/office/drawing/2014/main" id="{67D5716D-0077-0121-818A-02B0496ECCC9}"/>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p>
        </p:txBody>
      </p:sp>
    </p:spTree>
    <p:extLst>
      <p:ext uri="{BB962C8B-B14F-4D97-AF65-F5344CB8AC3E}">
        <p14:creationId xmlns:p14="http://schemas.microsoft.com/office/powerpoint/2010/main" val="37053701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ark - Title/Subtitle 4 Column">
    <p:bg>
      <p:bgRef idx="1001">
        <a:schemeClr val="bg2"/>
      </p:bgRef>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userDrawn="1"/>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userDrawn="1"/>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757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Light - Title/Subtitle 4 Column">
    <p:bg>
      <p:bgRef idx="1001">
        <a:schemeClr val="bg2"/>
      </p:bgRef>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514C47"/>
                </a:solidFill>
                <a:latin typeface="+mn-lt"/>
              </a:defRPr>
            </a:lvl1pPr>
          </a:lstStyle>
          <a:p>
            <a:fld id="{345D60D9-5372-5F40-9443-0F9AE5BDC3C8}" type="slidenum">
              <a:rPr lang="en-US" smtClean="0"/>
              <a:pPr/>
              <a:t>‹#›</a:t>
            </a:fld>
            <a:endParaRPr lang="en-US"/>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514C47"/>
                </a:solidFill>
                <a:latin typeface="+mn-lt"/>
              </a:defRPr>
            </a:lvl1pPr>
          </a:lstStyle>
          <a:p>
            <a:r>
              <a:rPr lang="en-US"/>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514C47"/>
                </a:solidFill>
                <a:latin typeface="+mn-lt"/>
              </a:defRPr>
            </a:lvl1pPr>
          </a:lstStyle>
          <a:p>
            <a:r>
              <a:rPr lang="en-US"/>
              <a:t>[Date]</a:t>
            </a:r>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userDrawn="1"/>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userDrawn="1"/>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1" name="Subtitle">
            <a:extLst>
              <a:ext uri="{FF2B5EF4-FFF2-40B4-BE49-F238E27FC236}">
                <a16:creationId xmlns:a16="http://schemas.microsoft.com/office/drawing/2014/main" id="{C9A0F016-4DAC-1E29-77F1-0AE34075820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Tree>
    <p:extLst>
      <p:ext uri="{BB962C8B-B14F-4D97-AF65-F5344CB8AC3E}">
        <p14:creationId xmlns:p14="http://schemas.microsoft.com/office/powerpoint/2010/main" val="19130245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ight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p:nvPr>
        </p:nvSpPr>
        <p:spPr>
          <a:xfrm>
            <a:off x="8132064" y="0"/>
            <a:ext cx="4059936" cy="6858000"/>
          </a:xfrm>
          <a:solidFill>
            <a:srgbClr val="AEA8A2"/>
          </a:solidFill>
        </p:spPr>
        <p:txBody>
          <a:bodyPr/>
          <a:lstStyle/>
          <a:p>
            <a:r>
              <a:rPr lang="en-US"/>
              <a:t>Click icon to add picture</a:t>
            </a:r>
          </a:p>
        </p:txBody>
      </p:sp>
    </p:spTree>
    <p:extLst>
      <p:ext uri="{BB962C8B-B14F-4D97-AF65-F5344CB8AC3E}">
        <p14:creationId xmlns:p14="http://schemas.microsoft.com/office/powerpoint/2010/main" val="4555590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ark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hasCustomPrompt="1"/>
          </p:nvPr>
        </p:nvSpPr>
        <p:spPr>
          <a:xfrm>
            <a:off x="8132064" y="0"/>
            <a:ext cx="4059936" cy="6858000"/>
          </a:xfrm>
          <a:solidFill>
            <a:srgbClr val="AEA8A2"/>
          </a:solidFill>
        </p:spPr>
        <p:txBody>
          <a:bodyPr/>
          <a:lstStyle>
            <a:lvl1pPr algn="ct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a:t>Click to add photo or illustration</a:t>
            </a:r>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3722896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Light - Quote with Picture">
    <p:bg>
      <p:bgRef idx="1001">
        <a:schemeClr val="bg2"/>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lnSpc>
                <a:spcPct val="100000"/>
              </a:lnSpc>
              <a:defRPr b="1"/>
            </a:lvl1pPr>
          </a:lstStyle>
          <a:p>
            <a:pPr lvl="0"/>
            <a:r>
              <a:rPr lang="en-US"/>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a:t>Additional information if needed</a:t>
            </a:r>
          </a:p>
        </p:txBody>
      </p:sp>
      <p:sp>
        <p:nvSpPr>
          <p:cNvPr id="2" name="Content Placeholder 2">
            <a:extLst>
              <a:ext uri="{FF2B5EF4-FFF2-40B4-BE49-F238E27FC236}">
                <a16:creationId xmlns:a16="http://schemas.microsoft.com/office/drawing/2014/main" id="{6190524B-9853-A3B5-6016-2D547D457D4C}"/>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2"/>
            <a:ext cx="4876800" cy="6858000"/>
          </a:xfrm>
        </p:spPr>
        <p:txBody>
          <a:bodyPr anchor="ctr" anchorCtr="1"/>
          <a:lstStyle>
            <a:lvl1pP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a:p>
        </p:txBody>
      </p:sp>
      <p:sp>
        <p:nvSpPr>
          <p:cNvPr id="9" name="Slide Number Placeholder 5">
            <a:extLst>
              <a:ext uri="{FF2B5EF4-FFF2-40B4-BE49-F238E27FC236}">
                <a16:creationId xmlns:a16="http://schemas.microsoft.com/office/drawing/2014/main" id="{6D383948-15D7-7125-EC6C-CB63EC77CA18}"/>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10" name="Footer Placeholder 4">
            <a:extLst>
              <a:ext uri="{FF2B5EF4-FFF2-40B4-BE49-F238E27FC236}">
                <a16:creationId xmlns:a16="http://schemas.microsoft.com/office/drawing/2014/main" id="{FD46CC1D-F4C5-32B1-5BBE-B6CFF28BAB96}"/>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12" name="Date Placeholder 3">
            <a:extLst>
              <a:ext uri="{FF2B5EF4-FFF2-40B4-BE49-F238E27FC236}">
                <a16:creationId xmlns:a16="http://schemas.microsoft.com/office/drawing/2014/main" id="{9D38F3F9-78BB-AD8B-F9E3-58010BFE256F}"/>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p>
        </p:txBody>
      </p:sp>
      <p:sp>
        <p:nvSpPr>
          <p:cNvPr id="4" name="Accent mark">
            <a:extLst>
              <a:ext uri="{FF2B5EF4-FFF2-40B4-BE49-F238E27FC236}">
                <a16:creationId xmlns:a16="http://schemas.microsoft.com/office/drawing/2014/main" id="{9693ED60-0244-537F-7CCC-D2E56AF0B93F}"/>
              </a:ext>
              <a:ext uri="{C183D7F6-B498-43B3-948B-1728B52AA6E4}">
                <adec:decorative xmlns:adec="http://schemas.microsoft.com/office/drawing/2017/decorative" val="1"/>
              </a:ext>
            </a:extLst>
          </p:cNvPr>
          <p:cNvSpPr/>
          <p:nvPr userDrawn="1"/>
        </p:nvSpPr>
        <p:spPr>
          <a:xfrm>
            <a:off x="5372844" y="463858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95049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ark - Quote with Picture">
    <p:bg>
      <p:bgRef idx="1001">
        <a:schemeClr val="bg2"/>
      </p:bgRef>
    </p:bg>
    <p:spTree>
      <p:nvGrpSpPr>
        <p:cNvPr id="1" name=""/>
        <p:cNvGrpSpPr/>
        <p:nvPr/>
      </p:nvGrpSpPr>
      <p:grpSpPr>
        <a:xfrm>
          <a:off x="0" y="0"/>
          <a:ext cx="0" cy="0"/>
          <a:chOff x="0" y="0"/>
          <a:chExt cx="0" cy="0"/>
        </a:xfrm>
      </p:grpSpPr>
      <p:sp>
        <p:nvSpPr>
          <p:cNvPr id="10" name="Quote">
            <a:extLst>
              <a:ext uri="{FF2B5EF4-FFF2-40B4-BE49-F238E27FC236}">
                <a16:creationId xmlns:a16="http://schemas.microsoft.com/office/drawing/2014/main" id="{04AE5B2A-AF85-83D6-EC24-EFCB6E567112}"/>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lnSpc>
                <a:spcPct val="100000"/>
              </a:lnSpc>
              <a:defRPr b="1"/>
            </a:lvl1pPr>
          </a:lstStyle>
          <a:p>
            <a:pPr lvl="0"/>
            <a:r>
              <a:rPr lang="en-US"/>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a:t>Additional information if needed</a:t>
            </a:r>
          </a:p>
        </p:txBody>
      </p:sp>
      <p:sp>
        <p:nvSpPr>
          <p:cNvPr id="2" name="Content Placeholder 2">
            <a:extLst>
              <a:ext uri="{FF2B5EF4-FFF2-40B4-BE49-F238E27FC236}">
                <a16:creationId xmlns:a16="http://schemas.microsoft.com/office/drawing/2014/main" id="{3CB52BCF-4E23-BA44-5C50-AFEA7DFA337E}"/>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a:p>
        </p:txBody>
      </p:sp>
      <p:sp>
        <p:nvSpPr>
          <p:cNvPr id="8" name="Slide Number Placeholder 7">
            <a:extLst>
              <a:ext uri="{FF2B5EF4-FFF2-40B4-BE49-F238E27FC236}">
                <a16:creationId xmlns:a16="http://schemas.microsoft.com/office/drawing/2014/main" id="{74012F76-56F8-02E5-D4BF-72EE9E58CDB6}"/>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9" name="Footer Placeholder 6">
            <a:extLst>
              <a:ext uri="{FF2B5EF4-FFF2-40B4-BE49-F238E27FC236}">
                <a16:creationId xmlns:a16="http://schemas.microsoft.com/office/drawing/2014/main" id="{3DC697D7-91D3-03A4-C4DD-83F24262397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12" name="Date Placeholder 4">
            <a:extLst>
              <a:ext uri="{FF2B5EF4-FFF2-40B4-BE49-F238E27FC236}">
                <a16:creationId xmlns:a16="http://schemas.microsoft.com/office/drawing/2014/main" id="{18E33BA5-8373-D6D1-7F87-133CF184972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
        <p:nvSpPr>
          <p:cNvPr id="4" name="Accent mark">
            <a:extLst>
              <a:ext uri="{FF2B5EF4-FFF2-40B4-BE49-F238E27FC236}">
                <a16:creationId xmlns:a16="http://schemas.microsoft.com/office/drawing/2014/main" id="{99B99AF4-E9E4-23D9-4E0C-A8017ECCDA64}"/>
              </a:ext>
              <a:ext uri="{C183D7F6-B498-43B3-948B-1728B52AA6E4}">
                <adec:decorative xmlns:adec="http://schemas.microsoft.com/office/drawing/2017/decorative" val="1"/>
              </a:ext>
            </a:extLst>
          </p:cNvPr>
          <p:cNvSpPr/>
          <p:nvPr userDrawn="1"/>
        </p:nvSpPr>
        <p:spPr>
          <a:xfrm>
            <a:off x="5372844" y="463858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46798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Left Rail - Light">
    <p:bg>
      <p:bgRef idx="1001">
        <a:schemeClr val="bg2"/>
      </p:bgRef>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B705EA2-F116-883A-32A5-62C3C550DC70}"/>
              </a:ext>
              <a:ext uri="{C183D7F6-B498-43B3-948B-1728B52AA6E4}">
                <adec:decorative xmlns:adec="http://schemas.microsoft.com/office/drawing/2017/decorative" val="1"/>
              </a:ext>
            </a:extLst>
          </p:cNvPr>
          <p:cNvSpPr/>
          <p:nvPr userDrawn="1"/>
        </p:nvSpPr>
        <p:spPr>
          <a:xfrm>
            <a:off x="0" y="0"/>
            <a:ext cx="4578900" cy="6858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9534B91B-85A6-245A-7216-4ABE4FAC70C7}"/>
              </a:ext>
            </a:extLst>
          </p:cNvPr>
          <p:cNvSpPr>
            <a:spLocks noGrp="1"/>
          </p:cNvSpPr>
          <p:nvPr>
            <p:ph type="title" hasCustomPrompt="1"/>
          </p:nvPr>
        </p:nvSpPr>
        <p:spPr>
          <a:xfrm>
            <a:off x="768875" y="182403"/>
            <a:ext cx="304115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9" name="Subtitle">
            <a:extLst>
              <a:ext uri="{FF2B5EF4-FFF2-40B4-BE49-F238E27FC236}">
                <a16:creationId xmlns:a16="http://schemas.microsoft.com/office/drawing/2014/main" id="{7A7FBF22-9A0A-8085-25D3-73EC896DDCD7}"/>
              </a:ext>
            </a:extLst>
          </p:cNvPr>
          <p:cNvSpPr>
            <a:spLocks noGrp="1"/>
          </p:cNvSpPr>
          <p:nvPr>
            <p:ph type="body" sz="quarter" idx="11" hasCustomPrompt="1"/>
          </p:nvPr>
        </p:nvSpPr>
        <p:spPr>
          <a:xfrm>
            <a:off x="766763" y="1009904"/>
            <a:ext cx="304115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16" name="Content">
            <a:extLst>
              <a:ext uri="{FF2B5EF4-FFF2-40B4-BE49-F238E27FC236}">
                <a16:creationId xmlns:a16="http://schemas.microsoft.com/office/drawing/2014/main" id="{797B9E53-3BA8-84FC-B7C2-7F1DE2C882BF}"/>
              </a:ext>
            </a:extLst>
          </p:cNvPr>
          <p:cNvSpPr>
            <a:spLocks noGrp="1"/>
          </p:cNvSpPr>
          <p:nvPr>
            <p:ph sz="quarter" idx="14"/>
          </p:nvPr>
        </p:nvSpPr>
        <p:spPr>
          <a:xfrm>
            <a:off x="766762" y="1600199"/>
            <a:ext cx="3043263"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5">
            <a:extLst>
              <a:ext uri="{FF2B5EF4-FFF2-40B4-BE49-F238E27FC236}">
                <a16:creationId xmlns:a16="http://schemas.microsoft.com/office/drawing/2014/main" id="{4A4AA1A5-342C-3485-3780-BAE18FB151A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13" name="Footer Placeholder 4">
            <a:extLst>
              <a:ext uri="{FF2B5EF4-FFF2-40B4-BE49-F238E27FC236}">
                <a16:creationId xmlns:a16="http://schemas.microsoft.com/office/drawing/2014/main" id="{FDE280B0-6EE3-EDEB-71CB-39C075AE81F5}"/>
              </a:ext>
            </a:extLst>
          </p:cNvPr>
          <p:cNvSpPr>
            <a:spLocks noGrp="1"/>
          </p:cNvSpPr>
          <p:nvPr>
            <p:ph type="ftr" sz="quarter" idx="41"/>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14" name="Date Placeholder 3">
            <a:extLst>
              <a:ext uri="{FF2B5EF4-FFF2-40B4-BE49-F238E27FC236}">
                <a16:creationId xmlns:a16="http://schemas.microsoft.com/office/drawing/2014/main" id="{E559A02B-8EF1-F308-C124-047EB3505456}"/>
              </a:ext>
            </a:extLst>
          </p:cNvPr>
          <p:cNvSpPr>
            <a:spLocks noGrp="1"/>
          </p:cNvSpPr>
          <p:nvPr>
            <p:ph type="dt" sz="half" idx="42"/>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35170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Left Rail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625BA6-E661-F94B-6FD6-217579854D3C}"/>
              </a:ext>
              <a:ext uri="{C183D7F6-B498-43B3-948B-1728B52AA6E4}">
                <adec:decorative xmlns:adec="http://schemas.microsoft.com/office/drawing/2017/decorative" val="1"/>
              </a:ext>
            </a:extLst>
          </p:cNvPr>
          <p:cNvSpPr/>
          <p:nvPr userDrawn="1"/>
        </p:nvSpPr>
        <p:spPr>
          <a:xfrm>
            <a:off x="0" y="0"/>
            <a:ext cx="4578900" cy="6858000"/>
          </a:xfrm>
          <a:prstGeom prst="rect">
            <a:avLst/>
          </a:prstGeom>
          <a:solidFill>
            <a:srgbClr val="1C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9534B91B-85A6-245A-7216-4ABE4FAC70C7}"/>
              </a:ext>
            </a:extLst>
          </p:cNvPr>
          <p:cNvSpPr>
            <a:spLocks noGrp="1"/>
          </p:cNvSpPr>
          <p:nvPr>
            <p:ph type="title" hasCustomPrompt="1"/>
          </p:nvPr>
        </p:nvSpPr>
        <p:spPr>
          <a:xfrm>
            <a:off x="768875" y="182403"/>
            <a:ext cx="304115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Title</a:t>
            </a:r>
          </a:p>
        </p:txBody>
      </p:sp>
      <p:sp>
        <p:nvSpPr>
          <p:cNvPr id="9" name="Subtitle">
            <a:extLst>
              <a:ext uri="{FF2B5EF4-FFF2-40B4-BE49-F238E27FC236}">
                <a16:creationId xmlns:a16="http://schemas.microsoft.com/office/drawing/2014/main" id="{7A7FBF22-9A0A-8085-25D3-73EC896DDCD7}"/>
              </a:ext>
            </a:extLst>
          </p:cNvPr>
          <p:cNvSpPr>
            <a:spLocks noGrp="1"/>
          </p:cNvSpPr>
          <p:nvPr>
            <p:ph type="body" sz="quarter" idx="11" hasCustomPrompt="1"/>
          </p:nvPr>
        </p:nvSpPr>
        <p:spPr>
          <a:xfrm>
            <a:off x="766763" y="1009904"/>
            <a:ext cx="3041150" cy="330540"/>
          </a:xfrm>
          <a:prstGeom prst="rect">
            <a:avLst/>
          </a:prstGeom>
        </p:spPr>
        <p:txBody>
          <a:bodyPr lIns="0">
            <a:noAutofit/>
          </a:bodyPr>
          <a:lstStyle>
            <a:lvl1pPr marL="0" indent="0">
              <a:lnSpc>
                <a:spcPct val="100000"/>
              </a:lnSpc>
              <a:spcAft>
                <a:spcPts val="0"/>
              </a:spcAft>
              <a:buNone/>
              <a:defRPr sz="2000" b="0" i="0">
                <a:solidFill>
                  <a:schemeClr val="tx1"/>
                </a:solidFill>
                <a:latin typeface="Oracle Sans Tab" panose="020B0503020204020204" pitchFamily="34" charset="0"/>
                <a:cs typeface="Oracle Sans Tab" panose="020B0503020204020204" pitchFamily="34" charset="0"/>
              </a:defRPr>
            </a:lvl1pPr>
          </a:lstStyle>
          <a:p>
            <a:pPr lvl="0"/>
            <a:r>
              <a:rPr lang="en-US"/>
              <a:t>Subtitle</a:t>
            </a:r>
          </a:p>
        </p:txBody>
      </p:sp>
      <p:sp>
        <p:nvSpPr>
          <p:cNvPr id="16" name="Content">
            <a:extLst>
              <a:ext uri="{FF2B5EF4-FFF2-40B4-BE49-F238E27FC236}">
                <a16:creationId xmlns:a16="http://schemas.microsoft.com/office/drawing/2014/main" id="{797B9E53-3BA8-84FC-B7C2-7F1DE2C882BF}"/>
              </a:ext>
            </a:extLst>
          </p:cNvPr>
          <p:cNvSpPr>
            <a:spLocks noGrp="1"/>
          </p:cNvSpPr>
          <p:nvPr>
            <p:ph sz="quarter" idx="14"/>
          </p:nvPr>
        </p:nvSpPr>
        <p:spPr>
          <a:xfrm>
            <a:off x="766762" y="1600199"/>
            <a:ext cx="3043263"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5">
            <a:extLst>
              <a:ext uri="{FF2B5EF4-FFF2-40B4-BE49-F238E27FC236}">
                <a16:creationId xmlns:a16="http://schemas.microsoft.com/office/drawing/2014/main" id="{4A4AA1A5-342C-3485-3780-BAE18FB151A3}"/>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13" name="Footer Placeholder 4">
            <a:extLst>
              <a:ext uri="{FF2B5EF4-FFF2-40B4-BE49-F238E27FC236}">
                <a16:creationId xmlns:a16="http://schemas.microsoft.com/office/drawing/2014/main" id="{FDE280B0-6EE3-EDEB-71CB-39C075AE81F5}"/>
              </a:ext>
            </a:extLst>
          </p:cNvPr>
          <p:cNvSpPr>
            <a:spLocks noGrp="1"/>
          </p:cNvSpPr>
          <p:nvPr>
            <p:ph type="ftr" sz="quarter" idx="41"/>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14" name="Date Placeholder 3">
            <a:extLst>
              <a:ext uri="{FF2B5EF4-FFF2-40B4-BE49-F238E27FC236}">
                <a16:creationId xmlns:a16="http://schemas.microsoft.com/office/drawing/2014/main" id="{E559A02B-8EF1-F308-C124-047EB3505456}"/>
              </a:ext>
            </a:extLst>
          </p:cNvPr>
          <p:cNvSpPr>
            <a:spLocks noGrp="1"/>
          </p:cNvSpPr>
          <p:nvPr>
            <p:ph type="dt" sz="half" idx="42"/>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9120212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 Illustration_Light">
    <p:bg>
      <p:bgRef idx="1001">
        <a:schemeClr val="bg2"/>
      </p:bgRef>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A0A7166-96D6-457B-8CE6-21491B0153C5}"/>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6" name="Subtitle">
            <a:extLst>
              <a:ext uri="{FF2B5EF4-FFF2-40B4-BE49-F238E27FC236}">
                <a16:creationId xmlns:a16="http://schemas.microsoft.com/office/drawing/2014/main" id="{2F837A2F-4A14-0DC4-608A-F65C24823266}"/>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a:t>Click to add photo or illustration</a:t>
            </a:r>
          </a:p>
        </p:txBody>
      </p:sp>
      <p:pic>
        <p:nvPicPr>
          <p:cNvPr id="2" name="OTag">
            <a:extLst>
              <a:ext uri="{FF2B5EF4-FFF2-40B4-BE49-F238E27FC236}">
                <a16:creationId xmlns:a16="http://schemas.microsoft.com/office/drawing/2014/main" id="{01697E3B-EC33-E29C-6BC1-AB748D6E2D6C}"/>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4" name="Text Placeholder 21">
            <a:extLst>
              <a:ext uri="{FF2B5EF4-FFF2-40B4-BE49-F238E27FC236}">
                <a16:creationId xmlns:a16="http://schemas.microsoft.com/office/drawing/2014/main" id="{91B7B17D-763D-5F99-0CC2-80B2CC63E130}"/>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17" name="Text Placeholder 19">
            <a:extLst>
              <a:ext uri="{FF2B5EF4-FFF2-40B4-BE49-F238E27FC236}">
                <a16:creationId xmlns:a16="http://schemas.microsoft.com/office/drawing/2014/main" id="{F95C4F20-D940-4F84-4840-DD649575E2CD}"/>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5" name="Text Placeholder 21">
            <a:extLst>
              <a:ext uri="{FF2B5EF4-FFF2-40B4-BE49-F238E27FC236}">
                <a16:creationId xmlns:a16="http://schemas.microsoft.com/office/drawing/2014/main" id="{5DE24B9A-F5B4-C415-A25C-25FE02976EEF}"/>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19" name="Text Placeholder 19">
            <a:extLst>
              <a:ext uri="{FF2B5EF4-FFF2-40B4-BE49-F238E27FC236}">
                <a16:creationId xmlns:a16="http://schemas.microsoft.com/office/drawing/2014/main" id="{E725E68E-222F-2174-3EDA-49279B3A0D6A}"/>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6" name="Text Placeholder 21">
            <a:extLst>
              <a:ext uri="{FF2B5EF4-FFF2-40B4-BE49-F238E27FC236}">
                <a16:creationId xmlns:a16="http://schemas.microsoft.com/office/drawing/2014/main" id="{2080E49F-0C27-1D0D-3ADD-B37ABD6F37FA}"/>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20" name="Text Placeholder 19">
            <a:extLst>
              <a:ext uri="{FF2B5EF4-FFF2-40B4-BE49-F238E27FC236}">
                <a16:creationId xmlns:a16="http://schemas.microsoft.com/office/drawing/2014/main" id="{85BD9371-1A26-2813-D974-5AAA802C8FF9}"/>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7" name="Date Placeholder 6">
            <a:extLst>
              <a:ext uri="{FF2B5EF4-FFF2-40B4-BE49-F238E27FC236}">
                <a16:creationId xmlns:a16="http://schemas.microsoft.com/office/drawing/2014/main" id="{94AF7987-C710-3871-B657-891515739542}"/>
              </a:ext>
            </a:extLst>
          </p:cNvPr>
          <p:cNvSpPr>
            <a:spLocks noGrp="1"/>
          </p:cNvSpPr>
          <p:nvPr>
            <p:ph type="dt" sz="half" idx="47"/>
          </p:nvPr>
        </p:nvSpPr>
        <p:spPr/>
        <p:txBody>
          <a:bodyPr/>
          <a:lstStyle>
            <a:lvl1pPr>
              <a:defRPr>
                <a:solidFill>
                  <a:srgbClr val="514C47"/>
                </a:solidFill>
              </a:defRPr>
            </a:lvl1pPr>
          </a:lstStyle>
          <a:p>
            <a:r>
              <a:rPr lang="en-US"/>
              <a:t>[Date]</a:t>
            </a:r>
          </a:p>
        </p:txBody>
      </p:sp>
      <p:sp>
        <p:nvSpPr>
          <p:cNvPr id="8" name="Footer Placeholder 7">
            <a:extLst>
              <a:ext uri="{FF2B5EF4-FFF2-40B4-BE49-F238E27FC236}">
                <a16:creationId xmlns:a16="http://schemas.microsoft.com/office/drawing/2014/main" id="{A47B4B01-B49C-CB08-78E3-DAB353AFE68D}"/>
              </a:ext>
            </a:extLst>
          </p:cNvPr>
          <p:cNvSpPr>
            <a:spLocks noGrp="1"/>
          </p:cNvSpPr>
          <p:nvPr>
            <p:ph type="ftr" sz="quarter" idx="48"/>
          </p:nvPr>
        </p:nvSpPr>
        <p:spPr/>
        <p:txBody>
          <a:bodyPr/>
          <a:lstStyle>
            <a:lvl1pPr>
              <a:defRPr>
                <a:solidFill>
                  <a:srgbClr val="514C47"/>
                </a:solidFill>
              </a:defRPr>
            </a:lvl1pPr>
          </a:lstStyle>
          <a:p>
            <a:r>
              <a:rPr lang="en-US"/>
              <a:t>Copyright © 2026, Oracle and/or its affiliates |  Confidential: Internal/Restricted/Highly Restricted</a:t>
            </a:r>
          </a:p>
        </p:txBody>
      </p:sp>
      <p:sp>
        <p:nvSpPr>
          <p:cNvPr id="9" name="Slide Number Placeholder 8">
            <a:extLst>
              <a:ext uri="{FF2B5EF4-FFF2-40B4-BE49-F238E27FC236}">
                <a16:creationId xmlns:a16="http://schemas.microsoft.com/office/drawing/2014/main" id="{6378DD8F-6EC1-338B-B6F1-7361BA5C390D}"/>
              </a:ext>
            </a:extLst>
          </p:cNvPr>
          <p:cNvSpPr>
            <a:spLocks noGrp="1"/>
          </p:cNvSpPr>
          <p:nvPr>
            <p:ph type="sldNum" sz="quarter" idx="49"/>
          </p:nvPr>
        </p:nvSpPr>
        <p:spPr/>
        <p:txBody>
          <a:bodyPr/>
          <a:lstStyle>
            <a:lvl1pPr>
              <a:defRPr>
                <a:solidFill>
                  <a:srgbClr val="514C47"/>
                </a:solidFill>
              </a:defRPr>
            </a:lvl1pPr>
          </a:lstStyle>
          <a:p>
            <a:fld id="{345D60D9-5372-5F40-9443-0F9AE5BDC3C8}" type="slidenum">
              <a:rPr lang="en-US" smtClean="0"/>
              <a:pPr/>
              <a:t>‹#›</a:t>
            </a:fld>
            <a:endParaRPr lang="en-US"/>
          </a:p>
        </p:txBody>
      </p:sp>
    </p:spTree>
    <p:extLst>
      <p:ext uri="{BB962C8B-B14F-4D97-AF65-F5344CB8AC3E}">
        <p14:creationId xmlns:p14="http://schemas.microsoft.com/office/powerpoint/2010/main" val="32578403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 Illustration_Dark">
    <p:bg>
      <p:bgRef idx="1001">
        <a:schemeClr val="bg2"/>
      </p:bgRef>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0AAD36B-6012-46AE-9059-48412FF4F4CE}"/>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13" name="Subtitle">
            <a:extLst>
              <a:ext uri="{FF2B5EF4-FFF2-40B4-BE49-F238E27FC236}">
                <a16:creationId xmlns:a16="http://schemas.microsoft.com/office/drawing/2014/main" id="{2F0BE92C-B4B2-428B-05A0-35A0A1E50208}"/>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7" name="Text Placeholder 21">
            <a:extLst>
              <a:ext uri="{FF2B5EF4-FFF2-40B4-BE49-F238E27FC236}">
                <a16:creationId xmlns:a16="http://schemas.microsoft.com/office/drawing/2014/main" id="{D94B5212-F918-DF01-5172-A319C17449A7}"/>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20" name="Text Placeholder 19">
            <a:extLst>
              <a:ext uri="{FF2B5EF4-FFF2-40B4-BE49-F238E27FC236}">
                <a16:creationId xmlns:a16="http://schemas.microsoft.com/office/drawing/2014/main" id="{3FE2B7B3-F269-EFB7-7B21-A67456B5D4CB}"/>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9" name="Text Placeholder 21">
            <a:extLst>
              <a:ext uri="{FF2B5EF4-FFF2-40B4-BE49-F238E27FC236}">
                <a16:creationId xmlns:a16="http://schemas.microsoft.com/office/drawing/2014/main" id="{BCEC7A68-80D1-7F0E-65E6-F442ED207687}"/>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21" name="Text Placeholder 19">
            <a:extLst>
              <a:ext uri="{FF2B5EF4-FFF2-40B4-BE49-F238E27FC236}">
                <a16:creationId xmlns:a16="http://schemas.microsoft.com/office/drawing/2014/main" id="{D61461B8-CD09-2000-05E6-9B3BC9D25CD5}"/>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1" name="Text Placeholder 21">
            <a:extLst>
              <a:ext uri="{FF2B5EF4-FFF2-40B4-BE49-F238E27FC236}">
                <a16:creationId xmlns:a16="http://schemas.microsoft.com/office/drawing/2014/main" id="{A3E124E7-38A2-4149-5708-BE9F62CFA604}"/>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22" name="Text Placeholder 19">
            <a:extLst>
              <a:ext uri="{FF2B5EF4-FFF2-40B4-BE49-F238E27FC236}">
                <a16:creationId xmlns:a16="http://schemas.microsoft.com/office/drawing/2014/main" id="{4FBE4EEC-B947-E852-0B29-987839C3A3D6}"/>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bg1"/>
                </a:solidFill>
                <a:latin typeface="Oracle Sans Tab Light" panose="020B0403020204020204" pitchFamily="34" charset="0"/>
                <a:cs typeface="Oracle Sans Tab Light" panose="020B0403020204020204" pitchFamily="34" charset="0"/>
              </a:defRPr>
            </a:lvl1pPr>
          </a:lstStyle>
          <a:p>
            <a:r>
              <a:rPr lang="en-US"/>
              <a:t>Click to add photo or illustration</a:t>
            </a:r>
          </a:p>
          <a:p>
            <a:endParaRPr lang="en-US"/>
          </a:p>
        </p:txBody>
      </p:sp>
      <p:pic>
        <p:nvPicPr>
          <p:cNvPr id="2" name="OTag">
            <a:extLst>
              <a:ext uri="{FF2B5EF4-FFF2-40B4-BE49-F238E27FC236}">
                <a16:creationId xmlns:a16="http://schemas.microsoft.com/office/drawing/2014/main" id="{E2D47D66-0673-9FA9-7073-BF64CD36609E}"/>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 name="Slide Number Placeholder 7">
            <a:extLst>
              <a:ext uri="{FF2B5EF4-FFF2-40B4-BE49-F238E27FC236}">
                <a16:creationId xmlns:a16="http://schemas.microsoft.com/office/drawing/2014/main" id="{8AC454DE-00F0-4427-48D5-1DC459110090}"/>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28FED12C-599D-4CB3-E602-5CD82B6F039D}"/>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61F25286-7A1D-EBA0-D474-81129CEE733D}"/>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40901149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ight - 3 Icons, Subhead and tex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905836"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a:t>
            </a:r>
            <a:endParaRPr lang="en-US"/>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2" name="Picture Placeholder 2">
            <a:extLst>
              <a:ext uri="{FF2B5EF4-FFF2-40B4-BE49-F238E27FC236}">
                <a16:creationId xmlns:a16="http://schemas.microsoft.com/office/drawing/2014/main" id="{00545EAB-02F2-4D35-839F-11095FE3779B}"/>
              </a:ext>
            </a:extLst>
          </p:cNvPr>
          <p:cNvSpPr>
            <a:spLocks noGrp="1" noChangeAspect="1"/>
          </p:cNvSpPr>
          <p:nvPr>
            <p:ph type="pic" sz="quarter" idx="33" hasCustomPrompt="1"/>
          </p:nvPr>
        </p:nvSpPr>
        <p:spPr>
          <a:xfrm>
            <a:off x="4797315"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23" name="Text Placeholder 21">
            <a:extLst>
              <a:ext uri="{FF2B5EF4-FFF2-40B4-BE49-F238E27FC236}">
                <a16:creationId xmlns:a16="http://schemas.microsoft.com/office/drawing/2014/main" id="{C85CBC82-72D6-46B3-9B52-627E5BC2BC55}"/>
              </a:ext>
            </a:extLst>
          </p:cNvPr>
          <p:cNvSpPr>
            <a:spLocks noGrp="1"/>
          </p:cNvSpPr>
          <p:nvPr>
            <p:ph type="body" sz="quarter" idx="34"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29" name="Text Placeholder 21">
            <a:extLst>
              <a:ext uri="{FF2B5EF4-FFF2-40B4-BE49-F238E27FC236}">
                <a16:creationId xmlns:a16="http://schemas.microsoft.com/office/drawing/2014/main" id="{0FA9D0FA-EA15-4919-BEB9-4C5EE9D8CDFF}"/>
              </a:ext>
            </a:extLst>
          </p:cNvPr>
          <p:cNvSpPr>
            <a:spLocks noGrp="1"/>
          </p:cNvSpPr>
          <p:nvPr>
            <p:ph type="body" sz="quarter" idx="35"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a:t>
            </a:r>
            <a:endParaRPr lang="en-US"/>
          </a:p>
        </p:txBody>
      </p: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0" name="Picture Placeholder 2">
            <a:extLst>
              <a:ext uri="{FF2B5EF4-FFF2-40B4-BE49-F238E27FC236}">
                <a16:creationId xmlns:a16="http://schemas.microsoft.com/office/drawing/2014/main" id="{7E0E7E15-3D7B-4123-8321-B073C59133A1}"/>
              </a:ext>
            </a:extLst>
          </p:cNvPr>
          <p:cNvSpPr>
            <a:spLocks noGrp="1" noChangeAspect="1"/>
          </p:cNvSpPr>
          <p:nvPr>
            <p:ph type="pic" sz="quarter" idx="36" hasCustomPrompt="1"/>
          </p:nvPr>
        </p:nvSpPr>
        <p:spPr>
          <a:xfrm>
            <a:off x="8645868"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31" name="Text Placeholder 21">
            <a:extLst>
              <a:ext uri="{FF2B5EF4-FFF2-40B4-BE49-F238E27FC236}">
                <a16:creationId xmlns:a16="http://schemas.microsoft.com/office/drawing/2014/main" id="{8C820BCB-F093-47C5-A402-60E80288139D}"/>
              </a:ext>
            </a:extLst>
          </p:cNvPr>
          <p:cNvSpPr>
            <a:spLocks noGrp="1"/>
          </p:cNvSpPr>
          <p:nvPr>
            <p:ph type="body" sz="quarter" idx="37"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32" name="Text Placeholder 21">
            <a:extLst>
              <a:ext uri="{FF2B5EF4-FFF2-40B4-BE49-F238E27FC236}">
                <a16:creationId xmlns:a16="http://schemas.microsoft.com/office/drawing/2014/main" id="{F1AF7868-3C5C-49BB-8190-B4107C4DC70C}"/>
              </a:ext>
            </a:extLst>
          </p:cNvPr>
          <p:cNvSpPr>
            <a:spLocks noGrp="1"/>
          </p:cNvSpPr>
          <p:nvPr>
            <p:ph type="body" sz="quarter" idx="38"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a:t>
            </a:r>
            <a:endParaRPr lang="en-US"/>
          </a:p>
        </p:txBody>
      </p:sp>
      <p:sp>
        <p:nvSpPr>
          <p:cNvPr id="9" name="Footer Placeholder 8">
            <a:extLst>
              <a:ext uri="{FF2B5EF4-FFF2-40B4-BE49-F238E27FC236}">
                <a16:creationId xmlns:a16="http://schemas.microsoft.com/office/drawing/2014/main" id="{F59CF6BC-7A2F-38D3-C1EA-BEA6C37D79F5}"/>
              </a:ext>
            </a:extLst>
          </p:cNvPr>
          <p:cNvSpPr>
            <a:spLocks noGrp="1"/>
          </p:cNvSpPr>
          <p:nvPr>
            <p:ph type="ftr" sz="quarter" idx="40"/>
          </p:nvPr>
        </p:nvSpPr>
        <p:spPr/>
        <p:txBody>
          <a:bodyPr/>
          <a:lstStyle>
            <a:lvl1pPr>
              <a:defRPr>
                <a:solidFill>
                  <a:srgbClr val="514C47"/>
                </a:solidFill>
              </a:defRPr>
            </a:lvl1pPr>
          </a:lstStyle>
          <a:p>
            <a:r>
              <a:rPr lang="en-US"/>
              <a:t>Copyright © 2026, Oracle and/or its affiliates |  Confidential: Internal/Restricted/Highly Restricted</a:t>
            </a:r>
          </a:p>
        </p:txBody>
      </p:sp>
      <p:sp>
        <p:nvSpPr>
          <p:cNvPr id="10" name="Slide Number Placeholder 9">
            <a:extLst>
              <a:ext uri="{FF2B5EF4-FFF2-40B4-BE49-F238E27FC236}">
                <a16:creationId xmlns:a16="http://schemas.microsoft.com/office/drawing/2014/main" id="{2E05EDD9-0672-4EB4-1B16-92CEDEB1EFE7}"/>
              </a:ext>
            </a:extLst>
          </p:cNvPr>
          <p:cNvSpPr>
            <a:spLocks noGrp="1"/>
          </p:cNvSpPr>
          <p:nvPr>
            <p:ph type="sldNum" sz="quarter" idx="41"/>
          </p:nvPr>
        </p:nvSpPr>
        <p:spPr/>
        <p:txBody>
          <a:bodyPr/>
          <a:lstStyle>
            <a:lvl1pPr>
              <a:defRPr>
                <a:solidFill>
                  <a:srgbClr val="514C47"/>
                </a:solidFill>
              </a:defRPr>
            </a:lvl1pPr>
          </a:lstStyle>
          <a:p>
            <a:fld id="{345D60D9-5372-5F40-9443-0F9AE5BDC3C8}" type="slidenum">
              <a:rPr lang="en-US" smtClean="0"/>
              <a:pPr/>
              <a:t>‹#›</a:t>
            </a:fld>
            <a:endParaRPr lang="en-US"/>
          </a:p>
        </p:txBody>
      </p:sp>
      <p:sp>
        <p:nvSpPr>
          <p:cNvPr id="8" name="Date Placeholder 7">
            <a:extLst>
              <a:ext uri="{FF2B5EF4-FFF2-40B4-BE49-F238E27FC236}">
                <a16:creationId xmlns:a16="http://schemas.microsoft.com/office/drawing/2014/main" id="{7B180CC4-74E6-A0D5-4CC7-34ABAEAABDF5}"/>
              </a:ext>
            </a:extLst>
          </p:cNvPr>
          <p:cNvSpPr>
            <a:spLocks noGrp="1"/>
          </p:cNvSpPr>
          <p:nvPr>
            <p:ph type="dt" sz="half" idx="39"/>
          </p:nvPr>
        </p:nvSpPr>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32663600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ark - 3 Icons, Subhead and text">
    <p:bg>
      <p:bgRef idx="1001">
        <a:schemeClr val="bg2"/>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18" name="Picture Placeholder 2">
            <a:extLst>
              <a:ext uri="{FF2B5EF4-FFF2-40B4-BE49-F238E27FC236}">
                <a16:creationId xmlns:a16="http://schemas.microsoft.com/office/drawing/2014/main" id="{6A71FCB8-1058-4D1C-AED7-FAA7D744D71E}"/>
              </a:ext>
            </a:extLst>
          </p:cNvPr>
          <p:cNvSpPr>
            <a:spLocks noGrp="1" noChangeAspect="1"/>
          </p:cNvSpPr>
          <p:nvPr>
            <p:ph type="pic" sz="quarter" idx="26" hasCustomPrompt="1"/>
          </p:nvPr>
        </p:nvSpPr>
        <p:spPr>
          <a:xfrm>
            <a:off x="897834" y="1903921"/>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19" name="Text Placeholder 21">
            <a:extLst>
              <a:ext uri="{FF2B5EF4-FFF2-40B4-BE49-F238E27FC236}">
                <a16:creationId xmlns:a16="http://schemas.microsoft.com/office/drawing/2014/main" id="{86408202-D3B4-402D-BC69-53C3509E8A7B}"/>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21" name="Text Placeholder 21">
            <a:extLst>
              <a:ext uri="{FF2B5EF4-FFF2-40B4-BE49-F238E27FC236}">
                <a16:creationId xmlns:a16="http://schemas.microsoft.com/office/drawing/2014/main" id="{5CF397F4-2EE2-483E-8C39-8DB6BD107811}"/>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a:t>
            </a:r>
            <a:endParaRPr lang="en-US"/>
          </a:p>
        </p:txBody>
      </p:sp>
      <p:cxnSp>
        <p:nvCxnSpPr>
          <p:cNvPr id="22" name="Straight Connector 21">
            <a:extLst>
              <a:ext uri="{FF2B5EF4-FFF2-40B4-BE49-F238E27FC236}">
                <a16:creationId xmlns:a16="http://schemas.microsoft.com/office/drawing/2014/main" id="{1208D043-EF97-4765-9F13-A77BC3793B55}"/>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Picture Placeholder 2">
            <a:extLst>
              <a:ext uri="{FF2B5EF4-FFF2-40B4-BE49-F238E27FC236}">
                <a16:creationId xmlns:a16="http://schemas.microsoft.com/office/drawing/2014/main" id="{84092946-3931-41BA-A9C4-E37BA2482561}"/>
              </a:ext>
            </a:extLst>
          </p:cNvPr>
          <p:cNvSpPr>
            <a:spLocks noGrp="1" noChangeAspect="1"/>
          </p:cNvSpPr>
          <p:nvPr>
            <p:ph type="pic" sz="quarter" idx="36" hasCustomPrompt="1"/>
          </p:nvPr>
        </p:nvSpPr>
        <p:spPr>
          <a:xfrm>
            <a:off x="4757260"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29" name="Text Placeholder 21">
            <a:extLst>
              <a:ext uri="{FF2B5EF4-FFF2-40B4-BE49-F238E27FC236}">
                <a16:creationId xmlns:a16="http://schemas.microsoft.com/office/drawing/2014/main" id="{7A2A35E2-8BA7-45B3-B02C-B531B503587A}"/>
              </a:ext>
            </a:extLst>
          </p:cNvPr>
          <p:cNvSpPr>
            <a:spLocks noGrp="1"/>
          </p:cNvSpPr>
          <p:nvPr>
            <p:ph type="body" sz="quarter" idx="37"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30" name="Text Placeholder 21">
            <a:extLst>
              <a:ext uri="{FF2B5EF4-FFF2-40B4-BE49-F238E27FC236}">
                <a16:creationId xmlns:a16="http://schemas.microsoft.com/office/drawing/2014/main" id="{B0D928C5-7B1B-4A74-A1EB-B0C408189CAC}"/>
              </a:ext>
            </a:extLst>
          </p:cNvPr>
          <p:cNvSpPr>
            <a:spLocks noGrp="1"/>
          </p:cNvSpPr>
          <p:nvPr>
            <p:ph type="body" sz="quarter" idx="38"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a:t>
            </a:r>
            <a:endParaRPr lang="en-US"/>
          </a:p>
        </p:txBody>
      </p:sp>
      <p:cxnSp>
        <p:nvCxnSpPr>
          <p:cNvPr id="31" name="Straight Connector 30">
            <a:extLst>
              <a:ext uri="{FF2B5EF4-FFF2-40B4-BE49-F238E27FC236}">
                <a16:creationId xmlns:a16="http://schemas.microsoft.com/office/drawing/2014/main" id="{0207CEA5-E0D9-46EA-99DE-2685FB0C8C09}"/>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2" name="Picture Placeholder 2">
            <a:extLst>
              <a:ext uri="{FF2B5EF4-FFF2-40B4-BE49-F238E27FC236}">
                <a16:creationId xmlns:a16="http://schemas.microsoft.com/office/drawing/2014/main" id="{E9839675-3836-4943-9E7E-492470598773}"/>
              </a:ext>
            </a:extLst>
          </p:cNvPr>
          <p:cNvSpPr>
            <a:spLocks noGrp="1" noChangeAspect="1"/>
          </p:cNvSpPr>
          <p:nvPr>
            <p:ph type="pic" sz="quarter" idx="39" hasCustomPrompt="1"/>
          </p:nvPr>
        </p:nvSpPr>
        <p:spPr>
          <a:xfrm>
            <a:off x="8616787" y="192880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33" name="Text Placeholder 21">
            <a:extLst>
              <a:ext uri="{FF2B5EF4-FFF2-40B4-BE49-F238E27FC236}">
                <a16:creationId xmlns:a16="http://schemas.microsoft.com/office/drawing/2014/main" id="{987833E9-276C-4353-BF31-4FC33134EEAE}"/>
              </a:ext>
            </a:extLst>
          </p:cNvPr>
          <p:cNvSpPr>
            <a:spLocks noGrp="1"/>
          </p:cNvSpPr>
          <p:nvPr>
            <p:ph type="body" sz="quarter" idx="40"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34" name="Text Placeholder 21">
            <a:extLst>
              <a:ext uri="{FF2B5EF4-FFF2-40B4-BE49-F238E27FC236}">
                <a16:creationId xmlns:a16="http://schemas.microsoft.com/office/drawing/2014/main" id="{4565DAAC-922E-4C75-A762-C6B54070F7DC}"/>
              </a:ext>
            </a:extLst>
          </p:cNvPr>
          <p:cNvSpPr>
            <a:spLocks noGrp="1"/>
          </p:cNvSpPr>
          <p:nvPr>
            <p:ph type="body" sz="quarter" idx="41"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in.</a:t>
            </a:r>
            <a:endParaRPr lang="en-US"/>
          </a:p>
        </p:txBody>
      </p:sp>
      <p:sp>
        <p:nvSpPr>
          <p:cNvPr id="11" name="Slide Number Placeholder 10">
            <a:extLst>
              <a:ext uri="{FF2B5EF4-FFF2-40B4-BE49-F238E27FC236}">
                <a16:creationId xmlns:a16="http://schemas.microsoft.com/office/drawing/2014/main" id="{B35F74D1-A7D7-71F7-1C83-85B91CC54A17}"/>
              </a:ext>
            </a:extLst>
          </p:cNvPr>
          <p:cNvSpPr>
            <a:spLocks noGrp="1"/>
          </p:cNvSpPr>
          <p:nvPr>
            <p:ph type="sldNum" sz="quarter" idx="44"/>
          </p:nvPr>
        </p:nvSpPr>
        <p:spPr/>
        <p:txBody>
          <a:bodyPr/>
          <a:lstStyle>
            <a:lvl1pPr>
              <a:defRPr>
                <a:solidFill>
                  <a:srgbClr val="AEA8A2"/>
                </a:solidFill>
              </a:defRPr>
            </a:lvl1pPr>
          </a:lstStyle>
          <a:p>
            <a:fld id="{345D60D9-5372-5F40-9443-0F9AE5BDC3C8}" type="slidenum">
              <a:rPr lang="en-US" smtClean="0"/>
              <a:pPr/>
              <a:t>‹#›</a:t>
            </a:fld>
            <a:endParaRPr lang="en-US"/>
          </a:p>
        </p:txBody>
      </p:sp>
      <p:sp>
        <p:nvSpPr>
          <p:cNvPr id="10" name="Footer Placeholder 9">
            <a:extLst>
              <a:ext uri="{FF2B5EF4-FFF2-40B4-BE49-F238E27FC236}">
                <a16:creationId xmlns:a16="http://schemas.microsoft.com/office/drawing/2014/main" id="{AB744A76-3388-A794-015D-56031177D79D}"/>
              </a:ext>
            </a:extLst>
          </p:cNvPr>
          <p:cNvSpPr>
            <a:spLocks noGrp="1"/>
          </p:cNvSpPr>
          <p:nvPr>
            <p:ph type="ftr" sz="quarter" idx="43"/>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9" name="Date Placeholder 8">
            <a:extLst>
              <a:ext uri="{FF2B5EF4-FFF2-40B4-BE49-F238E27FC236}">
                <a16:creationId xmlns:a16="http://schemas.microsoft.com/office/drawing/2014/main" id="{064EFACD-32BB-A724-F5A6-DF8C6A5C3279}"/>
              </a:ext>
            </a:extLst>
          </p:cNvPr>
          <p:cNvSpPr>
            <a:spLocks noGrp="1"/>
          </p:cNvSpPr>
          <p:nvPr>
            <p:ph type="dt" sz="half" idx="42"/>
          </p:nvPr>
        </p:nvSpPr>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4390873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ight - 4 Icons, Subhead and text">
    <p:bg>
      <p:bgRef idx="1001">
        <a:schemeClr val="bg2"/>
      </p:bgRef>
    </p:bg>
    <p:spTree>
      <p:nvGrpSpPr>
        <p:cNvPr id="1" name=""/>
        <p:cNvGrpSpPr/>
        <p:nvPr/>
      </p:nvGrpSpPr>
      <p:grpSpPr>
        <a:xfrm>
          <a:off x="0" y="0"/>
          <a:ext cx="0" cy="0"/>
          <a:chOff x="0" y="0"/>
          <a:chExt cx="0" cy="0"/>
        </a:xfrm>
      </p:grpSpPr>
      <p:sp>
        <p:nvSpPr>
          <p:cNvPr id="4" name="Title 7">
            <a:extLst>
              <a:ext uri="{FF2B5EF4-FFF2-40B4-BE49-F238E27FC236}">
                <a16:creationId xmlns:a16="http://schemas.microsoft.com/office/drawing/2014/main" id="{78F3D588-E944-9CCD-F934-4D109B5905DB}"/>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3" name="Icon 1">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14" name="Column 1 Header">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11" name="Column 1 body">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endParaRPr lang="en-US"/>
          </a:p>
        </p:txBody>
      </p:sp>
      <p:cxnSp>
        <p:nvCxnSpPr>
          <p:cNvPr id="5" name="Divider 1">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7" name="Icon 2">
            <a:extLst>
              <a:ext uri="{FF2B5EF4-FFF2-40B4-BE49-F238E27FC236}">
                <a16:creationId xmlns:a16="http://schemas.microsoft.com/office/drawing/2014/main" id="{452D8958-2BA3-E8C4-A349-9B8D38EFEEBE}"/>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38" name="Column 2 header">
            <a:extLst>
              <a:ext uri="{FF2B5EF4-FFF2-40B4-BE49-F238E27FC236}">
                <a16:creationId xmlns:a16="http://schemas.microsoft.com/office/drawing/2014/main" id="{F38723C6-3426-0DED-BB4F-97CEC3A55F6D}"/>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39" name="Column 2 body">
            <a:extLst>
              <a:ext uri="{FF2B5EF4-FFF2-40B4-BE49-F238E27FC236}">
                <a16:creationId xmlns:a16="http://schemas.microsoft.com/office/drawing/2014/main" id="{C5BD3347-4E6D-B757-FB79-D3160FB48D0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endParaRPr lang="en-US"/>
          </a:p>
        </p:txBody>
      </p:sp>
      <p:cxnSp>
        <p:nvCxnSpPr>
          <p:cNvPr id="28" name="Divider 2">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0" name="Icon 3">
            <a:extLst>
              <a:ext uri="{FF2B5EF4-FFF2-40B4-BE49-F238E27FC236}">
                <a16:creationId xmlns:a16="http://schemas.microsoft.com/office/drawing/2014/main" id="{0B8706A7-4339-AEA7-3538-6B11C9DE888F}"/>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41" name="Column 3 header">
            <a:extLst>
              <a:ext uri="{FF2B5EF4-FFF2-40B4-BE49-F238E27FC236}">
                <a16:creationId xmlns:a16="http://schemas.microsoft.com/office/drawing/2014/main" id="{7FFC3A72-CD29-1771-F4D6-1FE24E237316}"/>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42" name="Column 3 body">
            <a:extLst>
              <a:ext uri="{FF2B5EF4-FFF2-40B4-BE49-F238E27FC236}">
                <a16:creationId xmlns:a16="http://schemas.microsoft.com/office/drawing/2014/main" id="{3BE75DAD-03B8-A35F-313E-9021E9625E97}"/>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endParaRPr lang="en-US"/>
          </a:p>
        </p:txBody>
      </p:sp>
      <p:cxnSp>
        <p:nvCxnSpPr>
          <p:cNvPr id="6" name="Divider 3">
            <a:extLst>
              <a:ext uri="{FF2B5EF4-FFF2-40B4-BE49-F238E27FC236}">
                <a16:creationId xmlns:a16="http://schemas.microsoft.com/office/drawing/2014/main" id="{2A95C0C8-A9EF-0101-ADC4-0B4752129264}"/>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3" name="Icon 4">
            <a:extLst>
              <a:ext uri="{FF2B5EF4-FFF2-40B4-BE49-F238E27FC236}">
                <a16:creationId xmlns:a16="http://schemas.microsoft.com/office/drawing/2014/main" id="{A564445D-3622-F94F-5F5B-64E25C182894}"/>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44" name="Column 4 header">
            <a:extLst>
              <a:ext uri="{FF2B5EF4-FFF2-40B4-BE49-F238E27FC236}">
                <a16:creationId xmlns:a16="http://schemas.microsoft.com/office/drawing/2014/main" id="{D73D98F3-F032-F349-D6FF-9956A80B2C0C}"/>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45" name="Column 4 body">
            <a:extLst>
              <a:ext uri="{FF2B5EF4-FFF2-40B4-BE49-F238E27FC236}">
                <a16:creationId xmlns:a16="http://schemas.microsoft.com/office/drawing/2014/main" id="{E7F065D2-DFCA-69F0-EFCE-5436B4BBA960}"/>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endParaRPr lang="en-US"/>
          </a:p>
        </p:txBody>
      </p:sp>
      <p:sp>
        <p:nvSpPr>
          <p:cNvPr id="10" name="Slide Number Placeholder 9">
            <a:extLst>
              <a:ext uri="{FF2B5EF4-FFF2-40B4-BE49-F238E27FC236}">
                <a16:creationId xmlns:a16="http://schemas.microsoft.com/office/drawing/2014/main" id="{3A79F2A5-B307-E6C2-A0A7-C9D34E2F7467}"/>
              </a:ext>
            </a:extLst>
          </p:cNvPr>
          <p:cNvSpPr>
            <a:spLocks noGrp="1"/>
          </p:cNvSpPr>
          <p:nvPr>
            <p:ph type="sldNum" sz="quarter" idx="53"/>
          </p:nvPr>
        </p:nvSpPr>
        <p:spPr/>
        <p:txBody>
          <a:bodyPr/>
          <a:lstStyle>
            <a:lvl1pPr>
              <a:defRPr>
                <a:solidFill>
                  <a:srgbClr val="514C47"/>
                </a:solidFill>
              </a:defRPr>
            </a:lvl1pPr>
          </a:lstStyle>
          <a:p>
            <a:fld id="{345D60D9-5372-5F40-9443-0F9AE5BDC3C8}" type="slidenum">
              <a:rPr lang="en-US" smtClean="0"/>
              <a:pPr/>
              <a:t>‹#›</a:t>
            </a:fld>
            <a:endParaRPr lang="en-US"/>
          </a:p>
        </p:txBody>
      </p:sp>
      <p:sp>
        <p:nvSpPr>
          <p:cNvPr id="8" name="Date Placeholder 7">
            <a:extLst>
              <a:ext uri="{FF2B5EF4-FFF2-40B4-BE49-F238E27FC236}">
                <a16:creationId xmlns:a16="http://schemas.microsoft.com/office/drawing/2014/main" id="{670E38B5-BB46-6801-B170-496504D1B9E3}"/>
              </a:ext>
            </a:extLst>
          </p:cNvPr>
          <p:cNvSpPr>
            <a:spLocks noGrp="1"/>
          </p:cNvSpPr>
          <p:nvPr>
            <p:ph type="dt" sz="half" idx="51"/>
          </p:nvPr>
        </p:nvSpPr>
        <p:spPr/>
        <p:txBody>
          <a:bodyPr/>
          <a:lstStyle>
            <a:lvl1pPr>
              <a:defRPr>
                <a:solidFill>
                  <a:srgbClr val="514C47"/>
                </a:solidFill>
              </a:defRPr>
            </a:lvl1pPr>
          </a:lstStyle>
          <a:p>
            <a:r>
              <a:rPr lang="en-US"/>
              <a:t>[Date]</a:t>
            </a:r>
          </a:p>
        </p:txBody>
      </p:sp>
      <p:sp>
        <p:nvSpPr>
          <p:cNvPr id="9" name="Footer Placeholder 8">
            <a:extLst>
              <a:ext uri="{FF2B5EF4-FFF2-40B4-BE49-F238E27FC236}">
                <a16:creationId xmlns:a16="http://schemas.microsoft.com/office/drawing/2014/main" id="{C810DC55-90E5-32A0-7237-3A10A7B16970}"/>
              </a:ext>
            </a:extLst>
          </p:cNvPr>
          <p:cNvSpPr>
            <a:spLocks noGrp="1"/>
          </p:cNvSpPr>
          <p:nvPr>
            <p:ph type="ftr" sz="quarter" idx="52"/>
          </p:nvPr>
        </p:nvSpPr>
        <p:spPr/>
        <p:txBody>
          <a:bodyPr/>
          <a:lstStyle>
            <a:lvl1pPr>
              <a:defRPr>
                <a:solidFill>
                  <a:srgbClr val="514C47"/>
                </a:solidFill>
              </a:defRPr>
            </a:lvl1pPr>
          </a:lstStyle>
          <a:p>
            <a:r>
              <a:rPr lang="en-US"/>
              <a:t>Copyright © 2026, Oracle and/or its affiliates |  Confidential: Internal/Restricted/Highly Restricted</a:t>
            </a:r>
          </a:p>
        </p:txBody>
      </p:sp>
    </p:spTree>
    <p:extLst>
      <p:ext uri="{BB962C8B-B14F-4D97-AF65-F5344CB8AC3E}">
        <p14:creationId xmlns:p14="http://schemas.microsoft.com/office/powerpoint/2010/main" val="3608334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ark - 4 Icons, Subhead and text">
    <p:bg>
      <p:bgRef idx="1001">
        <a:schemeClr val="bg2"/>
      </p:bgRef>
    </p:bg>
    <p:spTree>
      <p:nvGrpSpPr>
        <p:cNvPr id="1" name=""/>
        <p:cNvGrpSpPr/>
        <p:nvPr/>
      </p:nvGrpSpPr>
      <p:grpSpPr>
        <a:xfrm>
          <a:off x="0" y="0"/>
          <a:ext cx="0" cy="0"/>
          <a:chOff x="0" y="0"/>
          <a:chExt cx="0" cy="0"/>
        </a:xfrm>
      </p:grpSpPr>
      <p:sp>
        <p:nvSpPr>
          <p:cNvPr id="3" name="Title 7">
            <a:extLst>
              <a:ext uri="{FF2B5EF4-FFF2-40B4-BE49-F238E27FC236}">
                <a16:creationId xmlns:a16="http://schemas.microsoft.com/office/drawing/2014/main" id="{D02FABB3-C5FA-6642-90DB-5692722BDC16}"/>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18" name="Icon 1">
            <a:extLst>
              <a:ext uri="{FF2B5EF4-FFF2-40B4-BE49-F238E27FC236}">
                <a16:creationId xmlns:a16="http://schemas.microsoft.com/office/drawing/2014/main" id="{D7B5CD21-4DD7-F936-8109-65AA2FAAABD3}"/>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19" name="Column 1 Header">
            <a:extLst>
              <a:ext uri="{FF2B5EF4-FFF2-40B4-BE49-F238E27FC236}">
                <a16:creationId xmlns:a16="http://schemas.microsoft.com/office/drawing/2014/main" id="{10EEDB7A-9A85-DC86-94E9-0E2F22B43885}"/>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21" name="Column 1 body">
            <a:extLst>
              <a:ext uri="{FF2B5EF4-FFF2-40B4-BE49-F238E27FC236}">
                <a16:creationId xmlns:a16="http://schemas.microsoft.com/office/drawing/2014/main" id="{02016CD8-41CD-C86E-0617-6004BF4F7960}"/>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endParaRPr lang="en-US"/>
          </a:p>
        </p:txBody>
      </p:sp>
      <p:cxnSp>
        <p:nvCxnSpPr>
          <p:cNvPr id="22" name="Divider 1">
            <a:extLst>
              <a:ext uri="{FF2B5EF4-FFF2-40B4-BE49-F238E27FC236}">
                <a16:creationId xmlns:a16="http://schemas.microsoft.com/office/drawing/2014/main" id="{EC2B660E-7263-4036-6661-495FCCE47117}"/>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Icon 2">
            <a:extLst>
              <a:ext uri="{FF2B5EF4-FFF2-40B4-BE49-F238E27FC236}">
                <a16:creationId xmlns:a16="http://schemas.microsoft.com/office/drawing/2014/main" id="{7A362649-C49E-B2E0-1EBB-6B4205DADC7B}"/>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26" name="Column 2 header">
            <a:extLst>
              <a:ext uri="{FF2B5EF4-FFF2-40B4-BE49-F238E27FC236}">
                <a16:creationId xmlns:a16="http://schemas.microsoft.com/office/drawing/2014/main" id="{11DD71F6-9080-E444-6D28-1CA7EAA2CCF5}"/>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27" name="Column 2 body">
            <a:extLst>
              <a:ext uri="{FF2B5EF4-FFF2-40B4-BE49-F238E27FC236}">
                <a16:creationId xmlns:a16="http://schemas.microsoft.com/office/drawing/2014/main" id="{8C5083C1-91B0-590A-D3D4-4F47F054BC4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endParaRPr lang="en-US"/>
          </a:p>
        </p:txBody>
      </p:sp>
      <p:cxnSp>
        <p:nvCxnSpPr>
          <p:cNvPr id="28" name="Divider 2">
            <a:extLst>
              <a:ext uri="{FF2B5EF4-FFF2-40B4-BE49-F238E27FC236}">
                <a16:creationId xmlns:a16="http://schemas.microsoft.com/office/drawing/2014/main" id="{69AD4ECD-9629-E5C4-D3F3-9498E300DA0C}"/>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9" name="Icon 3">
            <a:extLst>
              <a:ext uri="{FF2B5EF4-FFF2-40B4-BE49-F238E27FC236}">
                <a16:creationId xmlns:a16="http://schemas.microsoft.com/office/drawing/2014/main" id="{7EE9209C-55AF-784B-DB4D-42B6F5641729}"/>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30" name="Column 3 header">
            <a:extLst>
              <a:ext uri="{FF2B5EF4-FFF2-40B4-BE49-F238E27FC236}">
                <a16:creationId xmlns:a16="http://schemas.microsoft.com/office/drawing/2014/main" id="{CC2AE930-51E3-48D8-9C76-AD88C016BFFF}"/>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31" name="Column 3 body">
            <a:extLst>
              <a:ext uri="{FF2B5EF4-FFF2-40B4-BE49-F238E27FC236}">
                <a16:creationId xmlns:a16="http://schemas.microsoft.com/office/drawing/2014/main" id="{625601CC-C6AD-511C-CE3E-73A412076FBC}"/>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endParaRPr lang="en-US"/>
          </a:p>
        </p:txBody>
      </p:sp>
      <p:cxnSp>
        <p:nvCxnSpPr>
          <p:cNvPr id="32" name="Divider 3">
            <a:extLst>
              <a:ext uri="{FF2B5EF4-FFF2-40B4-BE49-F238E27FC236}">
                <a16:creationId xmlns:a16="http://schemas.microsoft.com/office/drawing/2014/main" id="{B4995F09-2120-F77A-C9EE-2D85540F410B}"/>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3" name="Icon 4">
            <a:extLst>
              <a:ext uri="{FF2B5EF4-FFF2-40B4-BE49-F238E27FC236}">
                <a16:creationId xmlns:a16="http://schemas.microsoft.com/office/drawing/2014/main" id="{1D5109BD-DD12-1F75-C31F-D6C059B1A8E2}"/>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a:t>Click to insert icon</a:t>
            </a:r>
          </a:p>
        </p:txBody>
      </p:sp>
      <p:sp>
        <p:nvSpPr>
          <p:cNvPr id="34" name="Column 4 header">
            <a:extLst>
              <a:ext uri="{FF2B5EF4-FFF2-40B4-BE49-F238E27FC236}">
                <a16:creationId xmlns:a16="http://schemas.microsoft.com/office/drawing/2014/main" id="{E473564E-FA78-F033-3F28-5FD25256A1FE}"/>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a:t>Subhead goes here</a:t>
            </a:r>
            <a:endParaRPr lang="en-US"/>
          </a:p>
        </p:txBody>
      </p:sp>
      <p:sp>
        <p:nvSpPr>
          <p:cNvPr id="35" name="Column 4 body">
            <a:extLst>
              <a:ext uri="{FF2B5EF4-FFF2-40B4-BE49-F238E27FC236}">
                <a16:creationId xmlns:a16="http://schemas.microsoft.com/office/drawing/2014/main" id="{BDE27B49-6B98-F470-0364-79D3D53A8652}"/>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endParaRPr lang="en-US"/>
          </a:p>
        </p:txBody>
      </p:sp>
      <p:sp>
        <p:nvSpPr>
          <p:cNvPr id="2" name="Date Placeholder 1">
            <a:extLst>
              <a:ext uri="{FF2B5EF4-FFF2-40B4-BE49-F238E27FC236}">
                <a16:creationId xmlns:a16="http://schemas.microsoft.com/office/drawing/2014/main" id="{F47FE990-B651-C3E7-8034-84F4271BB4CF}"/>
              </a:ext>
            </a:extLst>
          </p:cNvPr>
          <p:cNvSpPr>
            <a:spLocks noGrp="1"/>
          </p:cNvSpPr>
          <p:nvPr>
            <p:ph type="dt" sz="half" idx="51"/>
          </p:nvPr>
        </p:nvSpPr>
        <p:spPr/>
        <p:txBody>
          <a:bodyPr/>
          <a:lstStyle>
            <a:lvl1pPr>
              <a:defRPr>
                <a:solidFill>
                  <a:srgbClr val="AEA8A2"/>
                </a:solidFill>
              </a:defRPr>
            </a:lvl1pPr>
          </a:lstStyle>
          <a:p>
            <a:r>
              <a:rPr lang="en-US"/>
              <a:t>[Date]</a:t>
            </a:r>
          </a:p>
        </p:txBody>
      </p:sp>
      <p:sp>
        <p:nvSpPr>
          <p:cNvPr id="4" name="Footer Placeholder 3">
            <a:extLst>
              <a:ext uri="{FF2B5EF4-FFF2-40B4-BE49-F238E27FC236}">
                <a16:creationId xmlns:a16="http://schemas.microsoft.com/office/drawing/2014/main" id="{CC0667AA-D964-7DEA-B216-0851D801CFAB}"/>
              </a:ext>
            </a:extLst>
          </p:cNvPr>
          <p:cNvSpPr>
            <a:spLocks noGrp="1"/>
          </p:cNvSpPr>
          <p:nvPr>
            <p:ph type="ftr" sz="quarter" idx="52"/>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6" name="Slide Number Placeholder 5">
            <a:extLst>
              <a:ext uri="{FF2B5EF4-FFF2-40B4-BE49-F238E27FC236}">
                <a16:creationId xmlns:a16="http://schemas.microsoft.com/office/drawing/2014/main" id="{EDF8007B-6F90-BFD8-9495-D7278DE9E432}"/>
              </a:ext>
            </a:extLst>
          </p:cNvPr>
          <p:cNvSpPr>
            <a:spLocks noGrp="1"/>
          </p:cNvSpPr>
          <p:nvPr>
            <p:ph type="sldNum" sz="quarter" idx="53"/>
          </p:nvPr>
        </p:nvSpPr>
        <p:spPr/>
        <p:txBody>
          <a:bodyPr/>
          <a:lstStyle>
            <a:lvl1pPr>
              <a:defRPr>
                <a:solidFill>
                  <a:srgbClr val="AEA8A2"/>
                </a:solidFill>
              </a:defRPr>
            </a:lvl1pPr>
          </a:lstStyle>
          <a:p>
            <a:fld id="{345D60D9-5372-5F40-9443-0F9AE5BDC3C8}" type="slidenum">
              <a:rPr lang="en-US" smtClean="0"/>
              <a:pPr/>
              <a:t>‹#›</a:t>
            </a:fld>
            <a:endParaRPr lang="en-US"/>
          </a:p>
        </p:txBody>
      </p:sp>
    </p:spTree>
    <p:extLst>
      <p:ext uri="{BB962C8B-B14F-4D97-AF65-F5344CB8AC3E}">
        <p14:creationId xmlns:p14="http://schemas.microsoft.com/office/powerpoint/2010/main" val="32385195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ark - Blank">
    <p:bg>
      <p:bgRef idx="1001">
        <a:schemeClr val="bg2"/>
      </p:bgRef>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033EE420-175F-A11D-96CB-D1ABB088F9CF}"/>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32210150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Light - Blank">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86FB920-929F-CD50-52DB-2267C19E529C}"/>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4" name="Footer Placeholder 4">
            <a:extLst>
              <a:ext uri="{FF2B5EF4-FFF2-40B4-BE49-F238E27FC236}">
                <a16:creationId xmlns:a16="http://schemas.microsoft.com/office/drawing/2014/main" id="{8B934CA2-9189-BBDA-2D47-6B62E59B566E}"/>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5" name="Date Placeholder 3">
            <a:extLst>
              <a:ext uri="{FF2B5EF4-FFF2-40B4-BE49-F238E27FC236}">
                <a16:creationId xmlns:a16="http://schemas.microsoft.com/office/drawing/2014/main" id="{1EB26826-CB7B-F2D0-E18C-8AA5414C58D7}"/>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30433545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Dark - Split content with line">
    <p:bg>
      <p:bgRef idx="1001">
        <a:schemeClr val="bg2"/>
      </p:bgRef>
    </p:bg>
    <p:spTree>
      <p:nvGrpSpPr>
        <p:cNvPr id="1" name=""/>
        <p:cNvGrpSpPr/>
        <p:nvPr/>
      </p:nvGrpSpPr>
      <p:grpSpPr>
        <a:xfrm>
          <a:off x="0" y="0"/>
          <a:ext cx="0" cy="0"/>
          <a:chOff x="0" y="0"/>
          <a:chExt cx="0" cy="0"/>
        </a:xfrm>
      </p:grpSpPr>
      <p:sp>
        <p:nvSpPr>
          <p:cNvPr id="3" name="Title 12">
            <a:extLst>
              <a:ext uri="{FF2B5EF4-FFF2-40B4-BE49-F238E27FC236}">
                <a16:creationId xmlns:a16="http://schemas.microsoft.com/office/drawing/2014/main" id="{6B0DF820-DA27-4A53-F431-314E40C10345}"/>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a:t>Title</a:t>
            </a:r>
          </a:p>
        </p:txBody>
      </p:sp>
      <p:sp>
        <p:nvSpPr>
          <p:cNvPr id="5" name="Subtitle">
            <a:extLst>
              <a:ext uri="{FF2B5EF4-FFF2-40B4-BE49-F238E27FC236}">
                <a16:creationId xmlns:a16="http://schemas.microsoft.com/office/drawing/2014/main" id="{72D292EF-93B3-0F2E-7BED-9B5FDD1F1B94}"/>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a:t>Subtitle</a:t>
            </a:r>
          </a:p>
        </p:txBody>
      </p:sp>
      <p:sp>
        <p:nvSpPr>
          <p:cNvPr id="2" name="Slide Number Placeholder 7">
            <a:extLst>
              <a:ext uri="{FF2B5EF4-FFF2-40B4-BE49-F238E27FC236}">
                <a16:creationId xmlns:a16="http://schemas.microsoft.com/office/drawing/2014/main" id="{E1B5D46F-65FA-89E8-E05A-6E937CA1C2EC}"/>
              </a:ext>
            </a:extLst>
          </p:cNvPr>
          <p:cNvSpPr>
            <a:spLocks noGrp="1" noRot="1" noMove="1" noResize="1" noEditPoints="1" noAdjustHandles="1" noChangeArrowheads="1" noChangeShapeType="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6" name="Footer Placeholder 6">
            <a:extLst>
              <a:ext uri="{FF2B5EF4-FFF2-40B4-BE49-F238E27FC236}">
                <a16:creationId xmlns:a16="http://schemas.microsoft.com/office/drawing/2014/main" id="{4D9122D4-F69F-A7AA-EEA8-7C5565E7647C}"/>
              </a:ext>
            </a:extLst>
          </p:cNvPr>
          <p:cNvSpPr>
            <a:spLocks noGrp="1" noRot="1" noMove="1" noResize="1" noEditPoints="1" noAdjustHandles="1" noChangeArrowheads="1" noChangeShapeType="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CA222E66-0FD4-1E10-21D6-748A24D406C5}"/>
              </a:ext>
            </a:extLst>
          </p:cNvPr>
          <p:cNvSpPr>
            <a:spLocks noGrp="1" noRot="1" noMove="1" noResize="1" noEditPoints="1" noAdjustHandles="1" noChangeArrowheads="1" noChangeShapeType="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cxnSp>
        <p:nvCxnSpPr>
          <p:cNvPr id="9" name="Straight Connector 8">
            <a:extLst>
              <a:ext uri="{FF2B5EF4-FFF2-40B4-BE49-F238E27FC236}">
                <a16:creationId xmlns:a16="http://schemas.microsoft.com/office/drawing/2014/main" id="{26998537-4CB8-01D7-DAF2-9D810652EE0D}"/>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2700">
            <a:solidFill>
              <a:srgbClr val="8B85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29654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Light - Split content with line">
    <p:bg>
      <p:bgRef idx="1001">
        <a:schemeClr val="bg2"/>
      </p:bgRef>
    </p:bg>
    <p:spTree>
      <p:nvGrpSpPr>
        <p:cNvPr id="1" name=""/>
        <p:cNvGrpSpPr/>
        <p:nvPr/>
      </p:nvGrpSpPr>
      <p:grpSpPr>
        <a:xfrm>
          <a:off x="0" y="0"/>
          <a:ext cx="0" cy="0"/>
          <a:chOff x="0" y="0"/>
          <a:chExt cx="0" cy="0"/>
        </a:xfrm>
      </p:grpSpPr>
      <p:sp>
        <p:nvSpPr>
          <p:cNvPr id="9" name="Title 12">
            <a:extLst>
              <a:ext uri="{FF2B5EF4-FFF2-40B4-BE49-F238E27FC236}">
                <a16:creationId xmlns:a16="http://schemas.microsoft.com/office/drawing/2014/main" id="{C2D0AE67-1167-2B52-146F-5E0AA0D86441}"/>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a:t>Title</a:t>
            </a:r>
          </a:p>
        </p:txBody>
      </p:sp>
      <p:sp>
        <p:nvSpPr>
          <p:cNvPr id="8" name="Subtitle">
            <a:extLst>
              <a:ext uri="{FF2B5EF4-FFF2-40B4-BE49-F238E27FC236}">
                <a16:creationId xmlns:a16="http://schemas.microsoft.com/office/drawing/2014/main" id="{C8ADFC4F-C961-366D-5252-9B4CC4102CB3}"/>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a:t>Subtitle</a:t>
            </a:r>
          </a:p>
        </p:txBody>
      </p:sp>
      <p:cxnSp>
        <p:nvCxnSpPr>
          <p:cNvPr id="4" name="Straight Connector 3">
            <a:extLst>
              <a:ext uri="{FF2B5EF4-FFF2-40B4-BE49-F238E27FC236}">
                <a16:creationId xmlns:a16="http://schemas.microsoft.com/office/drawing/2014/main" id="{8B0F18C2-26A3-3D50-75B9-DA01B720938C}"/>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9050">
            <a:solidFill>
              <a:srgbClr val="8B8580"/>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FDA8E918-B2CE-9B3B-6306-4B5A17E9A43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6" name="Footer Placeholder 4">
            <a:extLst>
              <a:ext uri="{FF2B5EF4-FFF2-40B4-BE49-F238E27FC236}">
                <a16:creationId xmlns:a16="http://schemas.microsoft.com/office/drawing/2014/main" id="{3C072B30-0FE5-8289-77F0-1D24085A4EF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B54B9E9C-E71A-D85E-B49A-0603C0A1552B}"/>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24989240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Photo Collage + Content Dar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a:t>Click to add photo or illustration</a:t>
            </a:r>
          </a:p>
          <a:p>
            <a:endParaRPr lang="en-US"/>
          </a:p>
          <a:p>
            <a:endParaRPr lang="en-US"/>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a:t>Click to add photo or illustration</a:t>
            </a:r>
          </a:p>
          <a:p>
            <a:endParaRPr lang="en-US"/>
          </a:p>
          <a:p>
            <a:endParaRPr lang="en-US"/>
          </a:p>
          <a:p>
            <a:endParaRPr lang="en-US"/>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a:t>Click to add photo or illustration</a:t>
            </a:r>
          </a:p>
          <a:p>
            <a:endParaRPr lang="en-US"/>
          </a:p>
          <a:p>
            <a:endParaRPr lang="en-US"/>
          </a:p>
          <a:p>
            <a:endParaRPr lang="en-US"/>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a:t>Click to add photo or illustration</a:t>
            </a:r>
          </a:p>
          <a:p>
            <a:endParaRPr lang="en-US"/>
          </a:p>
          <a:p>
            <a:endParaRPr lang="en-US"/>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a:t>Click to add photo or illustration</a:t>
            </a:r>
          </a:p>
          <a:p>
            <a:endParaRPr lang="en-US"/>
          </a:p>
          <a:p>
            <a:endParaRPr lang="en-US"/>
          </a:p>
          <a:p>
            <a:endParaRPr lang="en-US"/>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39286155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Photo Collage + Content Light">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a:t>Click to add photo or illustration</a:t>
            </a:r>
          </a:p>
          <a:p>
            <a:endParaRPr lang="en-US"/>
          </a:p>
          <a:p>
            <a:endParaRPr lang="en-US"/>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a:t>Click to add photo or illustration</a:t>
            </a:r>
          </a:p>
          <a:p>
            <a:endParaRPr lang="en-US"/>
          </a:p>
          <a:p>
            <a:endParaRPr lang="en-US"/>
          </a:p>
          <a:p>
            <a:endParaRPr lang="en-US"/>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a:t>Click to add photo or illustration</a:t>
            </a:r>
          </a:p>
          <a:p>
            <a:endParaRPr lang="en-US"/>
          </a:p>
          <a:p>
            <a:endParaRPr lang="en-US"/>
          </a:p>
          <a:p>
            <a:endParaRPr lang="en-US"/>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a:t>Click to add photo or illustration</a:t>
            </a:r>
          </a:p>
          <a:p>
            <a:endParaRPr lang="en-US"/>
          </a:p>
          <a:p>
            <a:endParaRPr lang="en-US"/>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a:t>Click to add photo or illustration</a:t>
            </a:r>
          </a:p>
          <a:p>
            <a:endParaRPr lang="en-US"/>
          </a:p>
          <a:p>
            <a:endParaRPr lang="en-US"/>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28414200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HOTO_Full Slide">
    <p:bg>
      <p:bgRef idx="1001">
        <a:schemeClr val="bg2"/>
      </p:bgRef>
    </p:bg>
    <p:spTree>
      <p:nvGrpSpPr>
        <p:cNvPr id="1" name=""/>
        <p:cNvGrpSpPr/>
        <p:nvPr/>
      </p:nvGrpSpPr>
      <p:grpSpPr>
        <a:xfrm>
          <a:off x="0" y="0"/>
          <a:ext cx="0" cy="0"/>
          <a:chOff x="0" y="0"/>
          <a:chExt cx="0" cy="0"/>
        </a:xfrm>
      </p:grpSpPr>
      <p:sp>
        <p:nvSpPr>
          <p:cNvPr id="5" name="Slide Number Placeholder 7" hidden="1">
            <a:extLst>
              <a:ext uri="{FF2B5EF4-FFF2-40B4-BE49-F238E27FC236}">
                <a16:creationId xmlns:a16="http://schemas.microsoft.com/office/drawing/2014/main" id="{B0BD77A1-77CB-B876-21BC-3E357707FB00}"/>
              </a:ext>
            </a:extLst>
          </p:cNvPr>
          <p:cNvSpPr>
            <a:spLocks noGrp="1"/>
          </p:cNvSpPr>
          <p:nvPr>
            <p:ph type="sldNum" sz="quarter" idx="17"/>
          </p:nvPr>
        </p:nvSpPr>
        <p:spPr>
          <a:xfrm>
            <a:off x="762000" y="6428637"/>
            <a:ext cx="365760" cy="365760"/>
          </a:xfrm>
          <a:prstGeom prst="rect">
            <a:avLst/>
          </a:prstGeom>
        </p:spPr>
        <p:txBody>
          <a:bodyPr/>
          <a:lstStyle/>
          <a:p>
            <a:fld id="{345D60D9-5372-5F40-9443-0F9AE5BDC3C8}" type="slidenum">
              <a:rPr lang="en-US" smtClean="0"/>
              <a:pPr/>
              <a:t>‹#›</a:t>
            </a:fld>
            <a:endParaRPr lang="en-US"/>
          </a:p>
        </p:txBody>
      </p:sp>
      <p:sp>
        <p:nvSpPr>
          <p:cNvPr id="7" name="Footer Placeholder 6" hidden="1">
            <a:extLst>
              <a:ext uri="{FF2B5EF4-FFF2-40B4-BE49-F238E27FC236}">
                <a16:creationId xmlns:a16="http://schemas.microsoft.com/office/drawing/2014/main" id="{361D4689-E747-22B9-8A23-5E8372B62E14}"/>
              </a:ext>
            </a:extLst>
          </p:cNvPr>
          <p:cNvSpPr>
            <a:spLocks noGrp="1"/>
          </p:cNvSpPr>
          <p:nvPr>
            <p:ph type="ftr" sz="quarter" idx="16"/>
          </p:nvPr>
        </p:nvSpPr>
        <p:spPr>
          <a:xfrm>
            <a:off x="1127760" y="6428955"/>
            <a:ext cx="5233748" cy="365125"/>
          </a:xfrm>
          <a:prstGeom prst="rect">
            <a:avLst/>
          </a:prstGeom>
        </p:spPr>
        <p:txBody>
          <a:bodyPr/>
          <a:lstStyle/>
          <a:p>
            <a:r>
              <a:rPr lang="en-US"/>
              <a:t>Copyright © 2026, Oracle and/or its affiliates |  Confidential: Internal/Restricted/Highly Restricted</a:t>
            </a:r>
          </a:p>
        </p:txBody>
      </p:sp>
      <p:sp>
        <p:nvSpPr>
          <p:cNvPr id="2" name="Picture Placeholder 1">
            <a:extLst>
              <a:ext uri="{FF2B5EF4-FFF2-40B4-BE49-F238E27FC236}">
                <a16:creationId xmlns:a16="http://schemas.microsoft.com/office/drawing/2014/main" id="{5170667F-B06C-96EB-B8A5-00675DC62804}"/>
              </a:ext>
            </a:extLst>
          </p:cNvPr>
          <p:cNvSpPr>
            <a:spLocks noGrp="1"/>
          </p:cNvSpPr>
          <p:nvPr>
            <p:ph type="pic" sz="quarter" idx="13" hasCustomPrompt="1"/>
          </p:nvPr>
        </p:nvSpPr>
        <p:spPr>
          <a:xfrm>
            <a:off x="0" y="0"/>
            <a:ext cx="12192000" cy="6858000"/>
          </a:xfrm>
        </p:spPr>
        <p:txBody>
          <a:bodyPr anchor="ctr"/>
          <a:lstStyle>
            <a:lvl1pPr algn="ctr">
              <a:defRPr/>
            </a:lvl1pPr>
          </a:lstStyle>
          <a:p>
            <a:pPr marL="0" marR="0" lvl="0" indent="0" algn="ctr" defTabSz="914400" rtl="0" eaLnBrk="1" fontAlgn="auto" latinLnBrk="0" hangingPunct="1">
              <a:lnSpc>
                <a:spcPct val="95000"/>
              </a:lnSpc>
              <a:spcBef>
                <a:spcPts val="600"/>
              </a:spcBef>
              <a:spcAft>
                <a:spcPts val="0"/>
              </a:spcAft>
              <a:buClrTx/>
              <a:buSzTx/>
              <a:buFont typeface="System Font Regular"/>
              <a:buNone/>
              <a:tabLst/>
              <a:defRPr/>
            </a:pPr>
            <a:r>
              <a:rPr lang="en-US"/>
              <a:t>Click to add photo or illustration</a:t>
            </a:r>
          </a:p>
          <a:p>
            <a:endParaRPr lang="en-US"/>
          </a:p>
          <a:p>
            <a:endParaRPr lang="en-US"/>
          </a:p>
        </p:txBody>
      </p:sp>
    </p:spTree>
    <p:extLst>
      <p:ext uri="{BB962C8B-B14F-4D97-AF65-F5344CB8AC3E}">
        <p14:creationId xmlns:p14="http://schemas.microsoft.com/office/powerpoint/2010/main" val="25613988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Dark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536DA1B-D096-01B8-6B79-C6DBB456A7CA}"/>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Title</a:t>
            </a:r>
          </a:p>
        </p:txBody>
      </p:sp>
      <p:sp>
        <p:nvSpPr>
          <p:cNvPr id="6" name="Picture Placeholder 12">
            <a:extLst>
              <a:ext uri="{FF2B5EF4-FFF2-40B4-BE49-F238E27FC236}">
                <a16:creationId xmlns:a16="http://schemas.microsoft.com/office/drawing/2014/main" id="{5C4A9BEF-054B-38A2-DDC6-DD7D3B185912}"/>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Click to add photo or illustration</a:t>
            </a:r>
          </a:p>
          <a:p>
            <a:pPr lvl="0" algn="ctr"/>
            <a:endParaRPr lang="en-US"/>
          </a:p>
          <a:p>
            <a:pPr lvl="0" algn="ctr"/>
            <a:endParaRPr lang="en-US"/>
          </a:p>
        </p:txBody>
      </p:sp>
      <p:sp>
        <p:nvSpPr>
          <p:cNvPr id="4" name="Text Placeholder 5">
            <a:extLst>
              <a:ext uri="{FF2B5EF4-FFF2-40B4-BE49-F238E27FC236}">
                <a16:creationId xmlns:a16="http://schemas.microsoft.com/office/drawing/2014/main" id="{5359DD48-7CB8-3699-CA89-9D72DAA6B0BF}"/>
              </a:ext>
            </a:extLst>
          </p:cNvPr>
          <p:cNvSpPr>
            <a:spLocks noGrp="1"/>
          </p:cNvSpPr>
          <p:nvPr>
            <p:ph type="body" sz="quarter" idx="29"/>
          </p:nvPr>
        </p:nvSpPr>
        <p:spPr>
          <a:xfrm>
            <a:off x="792538" y="4434829"/>
            <a:ext cx="4950147" cy="129143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9" name="Picture Placeholder 12">
            <a:extLst>
              <a:ext uri="{FF2B5EF4-FFF2-40B4-BE49-F238E27FC236}">
                <a16:creationId xmlns:a16="http://schemas.microsoft.com/office/drawing/2014/main" id="{32FA574C-02E7-4456-3CFF-3AD988229D69}"/>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Click to add photo or illustration</a:t>
            </a:r>
          </a:p>
          <a:p>
            <a:pPr lvl="0" algn="ctr"/>
            <a:endParaRPr lang="en-US"/>
          </a:p>
          <a:p>
            <a:pPr lvl="0" algn="ctr"/>
            <a:endParaRPr lang="en-US"/>
          </a:p>
          <a:p>
            <a:pPr lvl="0" algn="ctr"/>
            <a:endParaRPr lang="en-US"/>
          </a:p>
        </p:txBody>
      </p:sp>
      <p:sp>
        <p:nvSpPr>
          <p:cNvPr id="5" name="Text Placeholder 7">
            <a:extLst>
              <a:ext uri="{FF2B5EF4-FFF2-40B4-BE49-F238E27FC236}">
                <a16:creationId xmlns:a16="http://schemas.microsoft.com/office/drawing/2014/main" id="{346E39F9-D43F-04FC-3023-F53553A4056D}"/>
              </a:ext>
            </a:extLst>
          </p:cNvPr>
          <p:cNvSpPr>
            <a:spLocks noGrp="1"/>
          </p:cNvSpPr>
          <p:nvPr>
            <p:ph type="body" sz="quarter" idx="30"/>
          </p:nvPr>
        </p:nvSpPr>
        <p:spPr>
          <a:xfrm>
            <a:off x="6448844" y="4419602"/>
            <a:ext cx="4924747" cy="1280319"/>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8" name="Slide Number Placeholder 7">
            <a:extLst>
              <a:ext uri="{FF2B5EF4-FFF2-40B4-BE49-F238E27FC236}">
                <a16:creationId xmlns:a16="http://schemas.microsoft.com/office/drawing/2014/main" id="{3C49485D-F762-1381-7479-D37FDB46F38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10" name="Footer Placeholder 6">
            <a:extLst>
              <a:ext uri="{FF2B5EF4-FFF2-40B4-BE49-F238E27FC236}">
                <a16:creationId xmlns:a16="http://schemas.microsoft.com/office/drawing/2014/main" id="{844C26A1-8F6A-0142-2190-64BD165AA6D8}"/>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11" name="Date Placeholder 4">
            <a:extLst>
              <a:ext uri="{FF2B5EF4-FFF2-40B4-BE49-F238E27FC236}">
                <a16:creationId xmlns:a16="http://schemas.microsoft.com/office/drawing/2014/main" id="{2699964F-7EAE-A02B-DAAA-5083B3377FE4}"/>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870358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Light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FD4E609-9037-8285-A36E-039E71F8B03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a:t>Title</a:t>
            </a:r>
          </a:p>
        </p:txBody>
      </p:sp>
      <p:sp>
        <p:nvSpPr>
          <p:cNvPr id="12" name="Picture Placeholder 12">
            <a:extLst>
              <a:ext uri="{FF2B5EF4-FFF2-40B4-BE49-F238E27FC236}">
                <a16:creationId xmlns:a16="http://schemas.microsoft.com/office/drawing/2014/main" id="{90ACCFB3-5B0B-D6E2-D2BA-F70E9C22E3F7}"/>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a:t>Click to add photo or illustration</a:t>
            </a:r>
          </a:p>
          <a:p>
            <a:endParaRPr lang="en-US"/>
          </a:p>
          <a:p>
            <a:endParaRPr lang="en-US"/>
          </a:p>
        </p:txBody>
      </p:sp>
      <p:sp>
        <p:nvSpPr>
          <p:cNvPr id="8" name="Text Placeholder 5">
            <a:extLst>
              <a:ext uri="{FF2B5EF4-FFF2-40B4-BE49-F238E27FC236}">
                <a16:creationId xmlns:a16="http://schemas.microsoft.com/office/drawing/2014/main" id="{AE8171D6-A364-A377-FFE9-3F53F16263EA}"/>
              </a:ext>
            </a:extLst>
          </p:cNvPr>
          <p:cNvSpPr>
            <a:spLocks noGrp="1"/>
          </p:cNvSpPr>
          <p:nvPr>
            <p:ph type="body" sz="quarter" idx="29"/>
          </p:nvPr>
        </p:nvSpPr>
        <p:spPr>
          <a:xfrm>
            <a:off x="792538" y="4434829"/>
            <a:ext cx="4950147" cy="129143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13" name="Picture Placeholder 12">
            <a:extLst>
              <a:ext uri="{FF2B5EF4-FFF2-40B4-BE49-F238E27FC236}">
                <a16:creationId xmlns:a16="http://schemas.microsoft.com/office/drawing/2014/main" id="{AE9BE660-418D-B00B-4919-F18A26E7CECF}"/>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a:t>Click to add photo or illustration</a:t>
            </a:r>
          </a:p>
          <a:p>
            <a:endParaRPr lang="en-US"/>
          </a:p>
          <a:p>
            <a:endParaRPr lang="en-US"/>
          </a:p>
        </p:txBody>
      </p:sp>
      <p:sp>
        <p:nvSpPr>
          <p:cNvPr id="11" name="Text Placeholder 7">
            <a:extLst>
              <a:ext uri="{FF2B5EF4-FFF2-40B4-BE49-F238E27FC236}">
                <a16:creationId xmlns:a16="http://schemas.microsoft.com/office/drawing/2014/main" id="{79E2D9AD-B603-1F6B-F5F3-92A71334B474}"/>
              </a:ext>
            </a:extLst>
          </p:cNvPr>
          <p:cNvSpPr>
            <a:spLocks noGrp="1"/>
          </p:cNvSpPr>
          <p:nvPr>
            <p:ph type="body" sz="quarter" idx="30"/>
          </p:nvPr>
        </p:nvSpPr>
        <p:spPr>
          <a:xfrm>
            <a:off x="6448844" y="4419602"/>
            <a:ext cx="4924747" cy="1280319"/>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4" name="Slide Number Placeholder 5">
            <a:extLst>
              <a:ext uri="{FF2B5EF4-FFF2-40B4-BE49-F238E27FC236}">
                <a16:creationId xmlns:a16="http://schemas.microsoft.com/office/drawing/2014/main" id="{7567E54F-7B19-8851-B67D-202FB9AC1D6A}"/>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A1778B27-DEA8-9A30-4AED-960974FB3EBC}"/>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333856E5-8C5E-2CF5-6E7E-97C9C55734DC}"/>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36548716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Dark - Bold Statement with Photo half">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a:t>Click to add photo or illustration</a:t>
            </a:r>
          </a:p>
          <a:p>
            <a:endParaRPr lang="en-US"/>
          </a:p>
          <a:p>
            <a:endParaRPr lang="en-US"/>
          </a:p>
          <a:p>
            <a:endParaRPr lang="en-US"/>
          </a:p>
        </p:txBody>
      </p:sp>
      <p:sp>
        <p:nvSpPr>
          <p:cNvPr id="10" name="Date Placeholder 9">
            <a:extLst>
              <a:ext uri="{FF2B5EF4-FFF2-40B4-BE49-F238E27FC236}">
                <a16:creationId xmlns:a16="http://schemas.microsoft.com/office/drawing/2014/main" id="{CFB698A3-54A9-FB17-B2D4-7F20F0A79C40}"/>
              </a:ext>
            </a:extLst>
          </p:cNvPr>
          <p:cNvSpPr>
            <a:spLocks noGrp="1"/>
          </p:cNvSpPr>
          <p:nvPr>
            <p:ph type="dt" sz="half" idx="12"/>
          </p:nvPr>
        </p:nvSpPr>
        <p:spPr/>
        <p:txBody>
          <a:bodyPr/>
          <a:lstStyle>
            <a:lvl1pPr>
              <a:defRPr>
                <a:solidFill>
                  <a:srgbClr val="AEA8A2"/>
                </a:solidFill>
              </a:defRPr>
            </a:lvl1pPr>
          </a:lstStyle>
          <a:p>
            <a:r>
              <a:rPr lang="en-US"/>
              <a:t>[Date]</a:t>
            </a:r>
          </a:p>
        </p:txBody>
      </p:sp>
      <p:sp>
        <p:nvSpPr>
          <p:cNvPr id="11" name="Footer Placeholder 10">
            <a:extLst>
              <a:ext uri="{FF2B5EF4-FFF2-40B4-BE49-F238E27FC236}">
                <a16:creationId xmlns:a16="http://schemas.microsoft.com/office/drawing/2014/main" id="{E8BE4CB4-E754-6D7A-B9E5-FD0C6A6204BF}"/>
              </a:ext>
            </a:extLst>
          </p:cNvPr>
          <p:cNvSpPr>
            <a:spLocks noGrp="1"/>
          </p:cNvSpPr>
          <p:nvPr>
            <p:ph type="ftr" sz="quarter" idx="13"/>
          </p:nvPr>
        </p:nvSpPr>
        <p:spPr/>
        <p:txBody>
          <a:bodyPr/>
          <a:lstStyle>
            <a:lvl1pPr>
              <a:defRPr>
                <a:solidFill>
                  <a:srgbClr val="AEA8A2"/>
                </a:solidFill>
              </a:defRPr>
            </a:lvl1pPr>
          </a:lstStyle>
          <a:p>
            <a:r>
              <a:rPr lang="en-US"/>
              <a:t>Copyright © 2026, Oracle and/or its affiliates |  Confidential: Internal/Restricted/Highly Restricted</a:t>
            </a:r>
          </a:p>
        </p:txBody>
      </p:sp>
      <p:sp>
        <p:nvSpPr>
          <p:cNvPr id="12" name="Slide Number Placeholder 11">
            <a:extLst>
              <a:ext uri="{FF2B5EF4-FFF2-40B4-BE49-F238E27FC236}">
                <a16:creationId xmlns:a16="http://schemas.microsoft.com/office/drawing/2014/main" id="{17986784-5975-D9F1-203A-0BD838E5E21F}"/>
              </a:ext>
            </a:extLst>
          </p:cNvPr>
          <p:cNvSpPr>
            <a:spLocks noGrp="1"/>
          </p:cNvSpPr>
          <p:nvPr>
            <p:ph type="sldNum" sz="quarter" idx="14"/>
          </p:nvPr>
        </p:nvSpPr>
        <p:spPr/>
        <p:txBody>
          <a:bodyPr/>
          <a:lstStyle>
            <a:lvl1pPr>
              <a:defRPr>
                <a:solidFill>
                  <a:srgbClr val="AEA8A2"/>
                </a:solidFill>
              </a:defRPr>
            </a:lvl1pPr>
          </a:lstStyle>
          <a:p>
            <a:fld id="{345D60D9-5372-5F40-9443-0F9AE5BDC3C8}" type="slidenum">
              <a:rPr lang="en-US" smtClean="0"/>
              <a:pPr/>
              <a:t>‹#›</a:t>
            </a:fld>
            <a:endParaRPr lang="en-US"/>
          </a:p>
        </p:txBody>
      </p:sp>
    </p:spTree>
    <p:extLst>
      <p:ext uri="{BB962C8B-B14F-4D97-AF65-F5344CB8AC3E}">
        <p14:creationId xmlns:p14="http://schemas.microsoft.com/office/powerpoint/2010/main" val="2724919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Light - Bold Statement with Photo half">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a:t>Click to add photo or illustration</a:t>
            </a:r>
          </a:p>
          <a:p>
            <a:endParaRPr lang="en-US"/>
          </a:p>
          <a:p>
            <a:endParaRPr lang="en-US"/>
          </a:p>
          <a:p>
            <a:endParaRPr lang="en-US"/>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2956069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Dark - Screenshot">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sp>
        <p:nvSpPr>
          <p:cNvPr id="6" name="Slide Number Placeholder 5">
            <a:extLst>
              <a:ext uri="{FF2B5EF4-FFF2-40B4-BE49-F238E27FC236}">
                <a16:creationId xmlns:a16="http://schemas.microsoft.com/office/drawing/2014/main" id="{957B489F-6C53-0670-3CA3-C344A6796DB7}"/>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14" name="Footer Placeholder 4">
            <a:extLst>
              <a:ext uri="{FF2B5EF4-FFF2-40B4-BE49-F238E27FC236}">
                <a16:creationId xmlns:a16="http://schemas.microsoft.com/office/drawing/2014/main" id="{73C65335-0F11-C316-1B11-B923DAF34CA7}"/>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15" name="Date Placeholder 3">
            <a:extLst>
              <a:ext uri="{FF2B5EF4-FFF2-40B4-BE49-F238E27FC236}">
                <a16:creationId xmlns:a16="http://schemas.microsoft.com/office/drawing/2014/main" id="{249F2E88-1C3B-E905-DE13-29B4AD66701F}"/>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p>
        </p:txBody>
      </p:sp>
      <p:pic>
        <p:nvPicPr>
          <p:cNvPr id="5" name="Picture 4">
            <a:extLst>
              <a:ext uri="{FF2B5EF4-FFF2-40B4-BE49-F238E27FC236}">
                <a16:creationId xmlns:a16="http://schemas.microsoft.com/office/drawing/2014/main" id="{10527129-53F9-ED4F-2DBB-9365E8BF2A8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7" name="Picture Placeholder 21">
            <a:extLst>
              <a:ext uri="{FF2B5EF4-FFF2-40B4-BE49-F238E27FC236}">
                <a16:creationId xmlns:a16="http://schemas.microsoft.com/office/drawing/2014/main" id="{4A787595-7363-9A8E-E513-2117DE88759B}"/>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a:t>Click icon to add screenshot</a:t>
            </a:r>
          </a:p>
          <a:p>
            <a:endParaRPr lang="en-US"/>
          </a:p>
          <a:p>
            <a:endParaRPr lang="en-US"/>
          </a:p>
        </p:txBody>
      </p:sp>
    </p:spTree>
    <p:extLst>
      <p:ext uri="{BB962C8B-B14F-4D97-AF65-F5344CB8AC3E}">
        <p14:creationId xmlns:p14="http://schemas.microsoft.com/office/powerpoint/2010/main" val="29252508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Light - Screenshot">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pic>
        <p:nvPicPr>
          <p:cNvPr id="11" name="Picture 10">
            <a:extLst>
              <a:ext uri="{FF2B5EF4-FFF2-40B4-BE49-F238E27FC236}">
                <a16:creationId xmlns:a16="http://schemas.microsoft.com/office/drawing/2014/main" id="{4B4EE190-AAB7-148D-83A3-3508D5F54ED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13" name="Picture Placeholder 21">
            <a:extLst>
              <a:ext uri="{FF2B5EF4-FFF2-40B4-BE49-F238E27FC236}">
                <a16:creationId xmlns:a16="http://schemas.microsoft.com/office/drawing/2014/main" id="{A6B73051-9D1F-22B3-EB86-F2801CD8E323}"/>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a:t>Click icon to add screenshot</a:t>
            </a:r>
          </a:p>
          <a:p>
            <a:endParaRPr lang="en-US"/>
          </a:p>
          <a:p>
            <a:endParaRPr lang="en-US"/>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1868498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Light - Story with quote, and image">
    <p:bg>
      <p:bgRef idx="1001">
        <a:schemeClr val="bg2"/>
      </p:bgRef>
    </p:bg>
    <p:spTree>
      <p:nvGrpSpPr>
        <p:cNvPr id="1" name=""/>
        <p:cNvGrpSpPr/>
        <p:nvPr/>
      </p:nvGrpSpPr>
      <p:grpSpPr>
        <a:xfrm>
          <a:off x="0" y="0"/>
          <a:ext cx="0" cy="0"/>
          <a:chOff x="0" y="0"/>
          <a:chExt cx="0" cy="0"/>
        </a:xfrm>
      </p:grpSpPr>
      <p:sp>
        <p:nvSpPr>
          <p:cNvPr id="43" name="Title 1">
            <a:extLst>
              <a:ext uri="{FF2B5EF4-FFF2-40B4-BE49-F238E27FC236}">
                <a16:creationId xmlns:a16="http://schemas.microsoft.com/office/drawing/2014/main" id="{74151B34-23FE-44F5-A716-0730CC7BA85D}"/>
              </a:ext>
            </a:extLst>
          </p:cNvPr>
          <p:cNvSpPr>
            <a:spLocks noGrp="1"/>
          </p:cNvSpPr>
          <p:nvPr>
            <p:ph type="title" hasCustomPrompt="1"/>
          </p:nvPr>
        </p:nvSpPr>
        <p:spPr>
          <a:xfrm>
            <a:off x="762000" y="1274060"/>
            <a:ext cx="4744029" cy="822960"/>
          </a:xfrm>
        </p:spPr>
        <p:txBody>
          <a:bodyPr/>
          <a:lstStyle>
            <a:lvl1pPr>
              <a:defRPr>
                <a:solidFill>
                  <a:schemeClr val="tx1"/>
                </a:solidFill>
                <a:latin typeface="+mn-lt"/>
              </a:defRPr>
            </a:lvl1pPr>
          </a:lstStyle>
          <a:p>
            <a:r>
              <a:rPr lang="en-US"/>
              <a:t>Click to edit title text styles</a:t>
            </a:r>
          </a:p>
        </p:txBody>
      </p:sp>
      <p:sp>
        <p:nvSpPr>
          <p:cNvPr id="2" name="Rectangle 1">
            <a:extLst>
              <a:ext uri="{FF2B5EF4-FFF2-40B4-BE49-F238E27FC236}">
                <a16:creationId xmlns:a16="http://schemas.microsoft.com/office/drawing/2014/main" id="{848688E9-F02D-F34B-A466-BC7C5A6028DB}"/>
              </a:ext>
              <a:ext uri="{C183D7F6-B498-43B3-948B-1728B52AA6E4}">
                <adec:decorative xmlns:adec="http://schemas.microsoft.com/office/drawing/2017/decorative" val="1"/>
              </a:ext>
            </a:extLst>
          </p:cNvPr>
          <p:cNvSpPr/>
          <p:nvPr userDrawn="1"/>
        </p:nvSpPr>
        <p:spPr>
          <a:xfrm>
            <a:off x="6096000" y="3429000"/>
            <a:ext cx="6096000" cy="3429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ontent Placeholder 7">
            <a:extLst>
              <a:ext uri="{FF2B5EF4-FFF2-40B4-BE49-F238E27FC236}">
                <a16:creationId xmlns:a16="http://schemas.microsoft.com/office/drawing/2014/main" id="{167FC9A2-EA1C-47AA-8CD1-519F2B2BA1D5}"/>
              </a:ext>
            </a:extLst>
          </p:cNvPr>
          <p:cNvSpPr>
            <a:spLocks noGrp="1"/>
          </p:cNvSpPr>
          <p:nvPr>
            <p:ph sz="quarter" idx="28" hasCustomPrompt="1"/>
          </p:nvPr>
        </p:nvSpPr>
        <p:spPr>
          <a:xfrm>
            <a:off x="761999" y="178676"/>
            <a:ext cx="2504420" cy="819258"/>
          </a:xfrm>
        </p:spPr>
        <p:txBody>
          <a:bodyPr/>
          <a:lstStyle>
            <a:lvl1pPr>
              <a:defRPr sz="800">
                <a:latin typeface="Oracle Sans Light" panose="020B0403020204020204" pitchFamily="34" charset="0"/>
                <a:cs typeface="Oracle Sans Light" panose="020B0403020204020204" pitchFamily="34" charset="0"/>
              </a:defRPr>
            </a:lvl1pPr>
          </a:lstStyle>
          <a:p>
            <a:pPr lvl="0"/>
            <a:r>
              <a:rPr lang="en-US"/>
              <a:t>Click to insert partner logo</a:t>
            </a:r>
          </a:p>
        </p:txBody>
      </p:sp>
      <p:sp>
        <p:nvSpPr>
          <p:cNvPr id="23" name="Text Placeholder 3">
            <a:extLst>
              <a:ext uri="{FF2B5EF4-FFF2-40B4-BE49-F238E27FC236}">
                <a16:creationId xmlns:a16="http://schemas.microsoft.com/office/drawing/2014/main" id="{B544B384-379B-D246-825E-82D80E47CA83}"/>
              </a:ext>
            </a:extLst>
          </p:cNvPr>
          <p:cNvSpPr>
            <a:spLocks noGrp="1"/>
          </p:cNvSpPr>
          <p:nvPr>
            <p:ph type="body" sz="quarter" idx="20" hasCustomPrompt="1"/>
          </p:nvPr>
        </p:nvSpPr>
        <p:spPr>
          <a:xfrm>
            <a:off x="6781820" y="3870511"/>
            <a:ext cx="4838705" cy="1358116"/>
          </a:xfrm>
        </p:spPr>
        <p:txBody>
          <a:bodyPr/>
          <a:lstStyle>
            <a:lvl1pPr>
              <a:defRPr sz="1800">
                <a:solidFill>
                  <a:schemeClr val="tx1"/>
                </a:solidFill>
                <a:latin typeface="Georgia" panose="02040502050405020303" pitchFamily="18" charset="0"/>
              </a:defRPr>
            </a:lvl1pPr>
          </a:lstStyle>
          <a:p>
            <a:pPr lvl="0"/>
            <a:r>
              <a:rPr lang="en-GB"/>
              <a:t>“Quote goes up here.</a:t>
            </a:r>
            <a:r>
              <a:rPr lang="en-IN"/>
              <a:t> 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Ut </a:t>
            </a:r>
            <a:r>
              <a:rPr lang="en-IN" err="1"/>
              <a:t>enim</a:t>
            </a:r>
            <a:r>
              <a:rPr lang="en-IN"/>
              <a:t> ad minim </a:t>
            </a:r>
            <a:r>
              <a:rPr lang="en-IN" err="1"/>
              <a:t>veniam</a:t>
            </a:r>
            <a:r>
              <a:rPr lang="en-IN"/>
              <a:t>, </a:t>
            </a:r>
            <a:r>
              <a:rPr lang="en-IN" err="1"/>
              <a:t>quis</a:t>
            </a:r>
            <a:r>
              <a:rPr lang="en-IN"/>
              <a:t> </a:t>
            </a:r>
            <a:r>
              <a:rPr lang="en-IN" err="1"/>
              <a:t>nostrud</a:t>
            </a:r>
            <a:r>
              <a:rPr lang="en-IN"/>
              <a:t> exercitation </a:t>
            </a:r>
            <a:r>
              <a:rPr lang="en-IN" err="1"/>
              <a:t>ullamco</a:t>
            </a:r>
            <a:r>
              <a:rPr lang="en-IN"/>
              <a:t>.”</a:t>
            </a:r>
            <a:endParaRPr lang="en-US"/>
          </a:p>
        </p:txBody>
      </p:sp>
      <p:sp>
        <p:nvSpPr>
          <p:cNvPr id="18" name="Text Placeholder 3">
            <a:extLst>
              <a:ext uri="{FF2B5EF4-FFF2-40B4-BE49-F238E27FC236}">
                <a16:creationId xmlns:a16="http://schemas.microsoft.com/office/drawing/2014/main" id="{124E7EE1-1F21-A94B-BD4C-80D5579EA0D8}"/>
              </a:ext>
            </a:extLst>
          </p:cNvPr>
          <p:cNvSpPr>
            <a:spLocks noGrp="1"/>
          </p:cNvSpPr>
          <p:nvPr>
            <p:ph type="body" sz="quarter" idx="21" hasCustomPrompt="1"/>
          </p:nvPr>
        </p:nvSpPr>
        <p:spPr>
          <a:xfrm>
            <a:off x="6781820" y="5608955"/>
            <a:ext cx="4838705" cy="269769"/>
          </a:xfrm>
        </p:spPr>
        <p:txBody>
          <a:bodyPr anchor="ctr"/>
          <a:lstStyle>
            <a:lvl1pPr>
              <a:defRPr sz="1200" b="1" i="0">
                <a:solidFill>
                  <a:schemeClr val="tx1"/>
                </a:solidFill>
                <a:latin typeface="Oracle Sans" panose="020B0503020204020204" pitchFamily="34" charset="0"/>
                <a:cs typeface="Oracle Sans" panose="020B0503020204020204" pitchFamily="34" charset="0"/>
              </a:defRPr>
            </a:lvl1pPr>
          </a:lstStyle>
          <a:p>
            <a:pPr lvl="0"/>
            <a:r>
              <a:rPr lang="en-US"/>
              <a:t>Person name</a:t>
            </a:r>
          </a:p>
        </p:txBody>
      </p:sp>
      <p:sp>
        <p:nvSpPr>
          <p:cNvPr id="19" name="Text Placeholder 3">
            <a:extLst>
              <a:ext uri="{FF2B5EF4-FFF2-40B4-BE49-F238E27FC236}">
                <a16:creationId xmlns:a16="http://schemas.microsoft.com/office/drawing/2014/main" id="{EECEA0F4-62BE-D045-9B17-E8A1B43697E5}"/>
              </a:ext>
            </a:extLst>
          </p:cNvPr>
          <p:cNvSpPr>
            <a:spLocks noGrp="1"/>
          </p:cNvSpPr>
          <p:nvPr>
            <p:ph type="body" sz="quarter" idx="22" hasCustomPrompt="1"/>
          </p:nvPr>
        </p:nvSpPr>
        <p:spPr>
          <a:xfrm>
            <a:off x="6781819" y="5938133"/>
            <a:ext cx="4838705" cy="269769"/>
          </a:xfrm>
        </p:spPr>
        <p:txBody>
          <a:bodyPr anchor="ctr"/>
          <a:lstStyle>
            <a:lvl1pPr>
              <a:defRPr sz="1200" b="0" i="0">
                <a:solidFill>
                  <a:schemeClr val="tx1"/>
                </a:solidFill>
                <a:latin typeface="Oracle Sans" panose="020B0503020204020204" pitchFamily="34" charset="0"/>
                <a:cs typeface="Oracle Sans" panose="020B0503020204020204" pitchFamily="34" charset="0"/>
              </a:defRPr>
            </a:lvl1pPr>
          </a:lstStyle>
          <a:p>
            <a:pPr lvl="0"/>
            <a:r>
              <a:rPr lang="en-US"/>
              <a:t>Company name</a:t>
            </a:r>
          </a:p>
        </p:txBody>
      </p:sp>
      <p:sp>
        <p:nvSpPr>
          <p:cNvPr id="33" name="Slide Number Placeholder 7">
            <a:extLst>
              <a:ext uri="{FF2B5EF4-FFF2-40B4-BE49-F238E27FC236}">
                <a16:creationId xmlns:a16="http://schemas.microsoft.com/office/drawing/2014/main" id="{4C0ED2E8-6351-ED49-B6CF-FA1F67B26896}"/>
              </a:ext>
            </a:extLst>
          </p:cNvPr>
          <p:cNvSpPr>
            <a:spLocks noGrp="1"/>
          </p:cNvSpPr>
          <p:nvPr>
            <p:ph type="sldNum" sz="quarter" idx="39"/>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31" name="Footer Placeholder 4">
            <a:extLst>
              <a:ext uri="{FF2B5EF4-FFF2-40B4-BE49-F238E27FC236}">
                <a16:creationId xmlns:a16="http://schemas.microsoft.com/office/drawing/2014/main" id="{970AF836-EBD7-FC48-8131-6B5102906FFD}"/>
              </a:ext>
            </a:extLst>
          </p:cNvPr>
          <p:cNvSpPr>
            <a:spLocks noGrp="1"/>
          </p:cNvSpPr>
          <p:nvPr>
            <p:ph type="ftr" sz="quarter" idx="11"/>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30" name="Date Placeholder 2">
            <a:extLst>
              <a:ext uri="{FF2B5EF4-FFF2-40B4-BE49-F238E27FC236}">
                <a16:creationId xmlns:a16="http://schemas.microsoft.com/office/drawing/2014/main" id="{67BD4534-5E82-594D-B1AB-A133054CA183}"/>
              </a:ext>
            </a:extLst>
          </p:cNvPr>
          <p:cNvSpPr>
            <a:spLocks noGrp="1"/>
          </p:cNvSpPr>
          <p:nvPr>
            <p:ph type="dt" sz="half" idx="10"/>
          </p:nvPr>
        </p:nvSpPr>
        <p:spPr>
          <a:xfrm>
            <a:off x="6873138" y="6425604"/>
            <a:ext cx="2743200" cy="363500"/>
          </a:xfrm>
        </p:spPr>
        <p:txBody>
          <a:bodyPr/>
          <a:lstStyle>
            <a:lvl1pPr>
              <a:defRPr>
                <a:solidFill>
                  <a:srgbClr val="514C47"/>
                </a:solidFill>
              </a:defRPr>
            </a:lvl1pPr>
          </a:lstStyle>
          <a:p>
            <a:r>
              <a:rPr lang="en-US"/>
              <a:t>[Date]</a:t>
            </a:r>
          </a:p>
        </p:txBody>
      </p:sp>
      <p:sp>
        <p:nvSpPr>
          <p:cNvPr id="20" name="Text Placeholder 21">
            <a:extLst>
              <a:ext uri="{FF2B5EF4-FFF2-40B4-BE49-F238E27FC236}">
                <a16:creationId xmlns:a16="http://schemas.microsoft.com/office/drawing/2014/main" id="{4C14E915-6287-F5A1-E319-1E5C8629A05F}"/>
              </a:ext>
            </a:extLst>
          </p:cNvPr>
          <p:cNvSpPr>
            <a:spLocks noGrp="1"/>
          </p:cNvSpPr>
          <p:nvPr>
            <p:ph type="body" sz="quarter" idx="32" hasCustomPrompt="1"/>
          </p:nvPr>
        </p:nvSpPr>
        <p:spPr>
          <a:xfrm>
            <a:off x="770368" y="2436573"/>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a:t>Business challenges</a:t>
            </a:r>
            <a:endParaRPr lang="en-US"/>
          </a:p>
        </p:txBody>
      </p:sp>
      <p:sp>
        <p:nvSpPr>
          <p:cNvPr id="21" name="Text Placeholder 19">
            <a:extLst>
              <a:ext uri="{FF2B5EF4-FFF2-40B4-BE49-F238E27FC236}">
                <a16:creationId xmlns:a16="http://schemas.microsoft.com/office/drawing/2014/main" id="{F78AAD0E-863E-A8EC-378E-CA7D3BEDF692}"/>
              </a:ext>
            </a:extLst>
          </p:cNvPr>
          <p:cNvSpPr>
            <a:spLocks noGrp="1"/>
          </p:cNvSpPr>
          <p:nvPr>
            <p:ph type="body" sz="quarter" idx="44"/>
          </p:nvPr>
        </p:nvSpPr>
        <p:spPr>
          <a:xfrm>
            <a:off x="768875" y="2780015"/>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4" name="Text Placeholder 21">
            <a:extLst>
              <a:ext uri="{FF2B5EF4-FFF2-40B4-BE49-F238E27FC236}">
                <a16:creationId xmlns:a16="http://schemas.microsoft.com/office/drawing/2014/main" id="{C0BA352F-F67A-5E33-FBD8-084FF44A0F3F}"/>
              </a:ext>
            </a:extLst>
          </p:cNvPr>
          <p:cNvSpPr>
            <a:spLocks noGrp="1"/>
          </p:cNvSpPr>
          <p:nvPr>
            <p:ph type="body" sz="quarter" idx="38" hasCustomPrompt="1"/>
          </p:nvPr>
        </p:nvSpPr>
        <p:spPr>
          <a:xfrm>
            <a:off x="770368" y="3533895"/>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a:t>Why Oracle</a:t>
            </a:r>
            <a:endParaRPr lang="en-US"/>
          </a:p>
        </p:txBody>
      </p:sp>
      <p:sp>
        <p:nvSpPr>
          <p:cNvPr id="25" name="Text Placeholder 19">
            <a:extLst>
              <a:ext uri="{FF2B5EF4-FFF2-40B4-BE49-F238E27FC236}">
                <a16:creationId xmlns:a16="http://schemas.microsoft.com/office/drawing/2014/main" id="{97385F7D-6D1D-86CA-110E-A65805CE4790}"/>
              </a:ext>
            </a:extLst>
          </p:cNvPr>
          <p:cNvSpPr>
            <a:spLocks noGrp="1"/>
          </p:cNvSpPr>
          <p:nvPr>
            <p:ph type="body" sz="quarter" idx="45"/>
          </p:nvPr>
        </p:nvSpPr>
        <p:spPr>
          <a:xfrm>
            <a:off x="768875" y="3878228"/>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6" name="Text Placeholder 21">
            <a:extLst>
              <a:ext uri="{FF2B5EF4-FFF2-40B4-BE49-F238E27FC236}">
                <a16:creationId xmlns:a16="http://schemas.microsoft.com/office/drawing/2014/main" id="{FCE282E2-5D44-8D75-1898-6AEA0F8C1C09}"/>
              </a:ext>
            </a:extLst>
          </p:cNvPr>
          <p:cNvSpPr>
            <a:spLocks noGrp="1"/>
          </p:cNvSpPr>
          <p:nvPr>
            <p:ph type="body" sz="quarter" idx="46" hasCustomPrompt="1"/>
          </p:nvPr>
        </p:nvSpPr>
        <p:spPr>
          <a:xfrm>
            <a:off x="770367" y="463591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a:t>Result</a:t>
            </a:r>
            <a:endParaRPr lang="en-US"/>
          </a:p>
        </p:txBody>
      </p:sp>
      <p:sp>
        <p:nvSpPr>
          <p:cNvPr id="32" name="Text Placeholder 19">
            <a:extLst>
              <a:ext uri="{FF2B5EF4-FFF2-40B4-BE49-F238E27FC236}">
                <a16:creationId xmlns:a16="http://schemas.microsoft.com/office/drawing/2014/main" id="{78684B9E-4AF4-B988-B9FA-63EF07B490FD}"/>
              </a:ext>
            </a:extLst>
          </p:cNvPr>
          <p:cNvSpPr>
            <a:spLocks noGrp="1"/>
          </p:cNvSpPr>
          <p:nvPr>
            <p:ph type="body" sz="quarter" idx="47" hasCustomPrompt="1"/>
          </p:nvPr>
        </p:nvSpPr>
        <p:spPr>
          <a:xfrm>
            <a:off x="768875" y="5010631"/>
            <a:ext cx="2258104" cy="304127"/>
          </a:xfrm>
        </p:spPr>
        <p:txBody>
          <a:bodyPr anchor="b"/>
          <a:lstStyle>
            <a:lvl1pPr>
              <a:lnSpc>
                <a:spcPct val="100000"/>
              </a:lnSpc>
              <a:defRPr sz="1200" b="1"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Result 1</a:t>
            </a:r>
          </a:p>
        </p:txBody>
      </p:sp>
      <p:sp>
        <p:nvSpPr>
          <p:cNvPr id="36" name="Text Placeholder 19">
            <a:extLst>
              <a:ext uri="{FF2B5EF4-FFF2-40B4-BE49-F238E27FC236}">
                <a16:creationId xmlns:a16="http://schemas.microsoft.com/office/drawing/2014/main" id="{8E8CD5E9-9DB1-7D4C-37D6-37209F082819}"/>
              </a:ext>
            </a:extLst>
          </p:cNvPr>
          <p:cNvSpPr>
            <a:spLocks noGrp="1"/>
          </p:cNvSpPr>
          <p:nvPr>
            <p:ph type="body" sz="quarter" idx="50"/>
          </p:nvPr>
        </p:nvSpPr>
        <p:spPr>
          <a:xfrm>
            <a:off x="768875" y="5354986"/>
            <a:ext cx="2258104" cy="618248"/>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41" name="Text Placeholder 19">
            <a:extLst>
              <a:ext uri="{FF2B5EF4-FFF2-40B4-BE49-F238E27FC236}">
                <a16:creationId xmlns:a16="http://schemas.microsoft.com/office/drawing/2014/main" id="{EBB6E9E6-28D8-BBCA-0BB7-15E4DEB80D17}"/>
              </a:ext>
            </a:extLst>
          </p:cNvPr>
          <p:cNvSpPr>
            <a:spLocks noGrp="1"/>
          </p:cNvSpPr>
          <p:nvPr>
            <p:ph type="body" sz="quarter" idx="51" hasCustomPrompt="1"/>
          </p:nvPr>
        </p:nvSpPr>
        <p:spPr>
          <a:xfrm>
            <a:off x="3274795" y="5015715"/>
            <a:ext cx="2258104" cy="304127"/>
          </a:xfrm>
        </p:spPr>
        <p:txBody>
          <a:bodyPr anchor="b"/>
          <a:lstStyle>
            <a:lvl1pPr>
              <a:lnSpc>
                <a:spcPct val="100000"/>
              </a:lnSpc>
              <a:defRPr sz="1200" b="1"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Result 2</a:t>
            </a:r>
          </a:p>
        </p:txBody>
      </p:sp>
      <p:sp>
        <p:nvSpPr>
          <p:cNvPr id="42" name="Text Placeholder 19">
            <a:extLst>
              <a:ext uri="{FF2B5EF4-FFF2-40B4-BE49-F238E27FC236}">
                <a16:creationId xmlns:a16="http://schemas.microsoft.com/office/drawing/2014/main" id="{4DD9F86A-700A-8EBA-A4A6-BC6B400BACE3}"/>
              </a:ext>
            </a:extLst>
          </p:cNvPr>
          <p:cNvSpPr>
            <a:spLocks noGrp="1"/>
          </p:cNvSpPr>
          <p:nvPr>
            <p:ph type="body" sz="quarter" idx="52"/>
          </p:nvPr>
        </p:nvSpPr>
        <p:spPr>
          <a:xfrm>
            <a:off x="3274795" y="5342942"/>
            <a:ext cx="2258104" cy="618248"/>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3" name="Picture Placeholder 17">
            <a:extLst>
              <a:ext uri="{FF2B5EF4-FFF2-40B4-BE49-F238E27FC236}">
                <a16:creationId xmlns:a16="http://schemas.microsoft.com/office/drawing/2014/main" id="{EE7EF218-A785-F9A6-5ED4-ABEAAE6312D3}"/>
              </a:ext>
            </a:extLst>
          </p:cNvPr>
          <p:cNvSpPr>
            <a:spLocks noGrp="1"/>
          </p:cNvSpPr>
          <p:nvPr>
            <p:ph type="pic" sz="quarter" idx="53" hasCustomPrompt="1"/>
          </p:nvPr>
        </p:nvSpPr>
        <p:spPr>
          <a:xfrm>
            <a:off x="6096000" y="0"/>
            <a:ext cx="6096000" cy="3428682"/>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a:t>Click to add photo or illustration</a:t>
            </a:r>
          </a:p>
          <a:p>
            <a:endParaRPr lang="en-US"/>
          </a:p>
          <a:p>
            <a:endParaRPr lang="en-US"/>
          </a:p>
          <a:p>
            <a:endParaRPr lang="en-US"/>
          </a:p>
        </p:txBody>
      </p:sp>
      <p:pic>
        <p:nvPicPr>
          <p:cNvPr id="4" name="OTag" descr="A small square in Oracle Red with the Oracle logo in the center in white">
            <a:extLst>
              <a:ext uri="{FF2B5EF4-FFF2-40B4-BE49-F238E27FC236}">
                <a16:creationId xmlns:a16="http://schemas.microsoft.com/office/drawing/2014/main" id="{6C6EBC68-CC41-9713-4563-984719C1DF39}"/>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pic>
        <p:nvPicPr>
          <p:cNvPr id="5" name="Graphic 4">
            <a:extLst>
              <a:ext uri="{FF2B5EF4-FFF2-40B4-BE49-F238E27FC236}">
                <a16:creationId xmlns:a16="http://schemas.microsoft.com/office/drawing/2014/main" id="{F8EB83BD-C547-8BEF-5ED8-13EA0AE8B429}"/>
              </a:ext>
            </a:extLst>
          </p:cNvPr>
          <p:cNvPicPr>
            <a:picLocks noChangeAspect="1"/>
          </p:cNvPicPr>
          <p:nvPr userDrawn="1"/>
        </p:nvPicPr>
        <p:blipFill>
          <a:blip>
            <a:extLst>
              <a:ext uri="{96DAC541-7B7A-43D3-8B79-37D633B846F1}">
                <asvg:svgBlip xmlns:asvg="http://schemas.microsoft.com/office/drawing/2016/SVG/main" r:embed="rId3"/>
              </a:ext>
            </a:extLst>
          </a:blip>
          <a:srcRect l="-9503" t="21585" b="15557"/>
          <a:stretch/>
        </p:blipFill>
        <p:spPr>
          <a:xfrm>
            <a:off x="8834980" y="3428681"/>
            <a:ext cx="3357020" cy="1284671"/>
          </a:xfrm>
          <a:prstGeom prst="rect">
            <a:avLst/>
          </a:prstGeom>
        </p:spPr>
      </p:pic>
      <p:sp>
        <p:nvSpPr>
          <p:cNvPr id="6" name="Text Placeholder 21">
            <a:extLst>
              <a:ext uri="{FF2B5EF4-FFF2-40B4-BE49-F238E27FC236}">
                <a16:creationId xmlns:a16="http://schemas.microsoft.com/office/drawing/2014/main" id="{57B65472-0A7B-E1E2-E938-97D6EFD8291F}"/>
              </a:ext>
            </a:extLst>
          </p:cNvPr>
          <p:cNvSpPr>
            <a:spLocks noGrp="1"/>
          </p:cNvSpPr>
          <p:nvPr>
            <p:ph type="body" sz="quarter" idx="54" hasCustomPrompt="1"/>
          </p:nvPr>
        </p:nvSpPr>
        <p:spPr>
          <a:xfrm>
            <a:off x="768875" y="6104842"/>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200" b="1" i="0">
                <a:solidFill>
                  <a:schemeClr val="tx1"/>
                </a:solidFill>
                <a:latin typeface="Oracle Sans Tab" panose="020B0503020204020204" pitchFamily="34" charset="0"/>
                <a:cs typeface="Oracle Sans Tab" panose="020B0503020204020204" pitchFamily="34" charset="0"/>
              </a:defRPr>
            </a:lvl1pPr>
          </a:lstStyle>
          <a:p>
            <a:pPr lvl="0"/>
            <a:r>
              <a:rPr lang="en-IN"/>
              <a:t>Call to action</a:t>
            </a:r>
            <a:endParaRPr lang="en-US"/>
          </a:p>
        </p:txBody>
      </p:sp>
    </p:spTree>
    <p:extLst>
      <p:ext uri="{BB962C8B-B14F-4D97-AF65-F5344CB8AC3E}">
        <p14:creationId xmlns:p14="http://schemas.microsoft.com/office/powerpoint/2010/main" val="17079506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Light - Story with photo and stats">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8688E9-F02D-F34B-A466-BC7C5A6028DB}"/>
              </a:ext>
              <a:ext uri="{C183D7F6-B498-43B3-948B-1728B52AA6E4}">
                <adec:decorative xmlns:adec="http://schemas.microsoft.com/office/drawing/2017/decorative" val="1"/>
              </a:ext>
            </a:extLst>
          </p:cNvPr>
          <p:cNvSpPr/>
          <p:nvPr userDrawn="1"/>
        </p:nvSpPr>
        <p:spPr>
          <a:xfrm>
            <a:off x="6096000" y="3429000"/>
            <a:ext cx="6096000" cy="3429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ontent Placeholder 7">
            <a:extLst>
              <a:ext uri="{FF2B5EF4-FFF2-40B4-BE49-F238E27FC236}">
                <a16:creationId xmlns:a16="http://schemas.microsoft.com/office/drawing/2014/main" id="{167FC9A2-EA1C-47AA-8CD1-519F2B2BA1D5}"/>
              </a:ext>
            </a:extLst>
          </p:cNvPr>
          <p:cNvSpPr>
            <a:spLocks noGrp="1"/>
          </p:cNvSpPr>
          <p:nvPr>
            <p:ph sz="quarter" idx="28" hasCustomPrompt="1"/>
          </p:nvPr>
        </p:nvSpPr>
        <p:spPr>
          <a:xfrm>
            <a:off x="761999" y="178676"/>
            <a:ext cx="2504420" cy="819258"/>
          </a:xfrm>
        </p:spPr>
        <p:txBody>
          <a:bodyPr/>
          <a:lstStyle>
            <a:lvl1pPr>
              <a:defRPr sz="800">
                <a:latin typeface="Oracle Sans Light" panose="020B0403020204020204" pitchFamily="34" charset="0"/>
                <a:cs typeface="Oracle Sans Light" panose="020B0403020204020204" pitchFamily="34" charset="0"/>
              </a:defRPr>
            </a:lvl1pPr>
          </a:lstStyle>
          <a:p>
            <a:pPr lvl="0"/>
            <a:r>
              <a:rPr lang="en-US"/>
              <a:t>Click to insert partner logo</a:t>
            </a:r>
          </a:p>
        </p:txBody>
      </p:sp>
      <p:sp>
        <p:nvSpPr>
          <p:cNvPr id="43" name="Title 1">
            <a:extLst>
              <a:ext uri="{FF2B5EF4-FFF2-40B4-BE49-F238E27FC236}">
                <a16:creationId xmlns:a16="http://schemas.microsoft.com/office/drawing/2014/main" id="{74151B34-23FE-44F5-A716-0730CC7BA85D}"/>
              </a:ext>
            </a:extLst>
          </p:cNvPr>
          <p:cNvSpPr>
            <a:spLocks noGrp="1"/>
          </p:cNvSpPr>
          <p:nvPr>
            <p:ph type="title" hasCustomPrompt="1"/>
          </p:nvPr>
        </p:nvSpPr>
        <p:spPr>
          <a:xfrm>
            <a:off x="762000" y="1274060"/>
            <a:ext cx="4744029" cy="822960"/>
          </a:xfrm>
        </p:spPr>
        <p:txBody>
          <a:bodyPr/>
          <a:lstStyle>
            <a:lvl1pPr>
              <a:defRPr>
                <a:solidFill>
                  <a:schemeClr val="tx1"/>
                </a:solidFill>
                <a:latin typeface="+mn-lt"/>
              </a:defRPr>
            </a:lvl1pPr>
          </a:lstStyle>
          <a:p>
            <a:r>
              <a:rPr lang="en-US"/>
              <a:t>Click to edit title text styles</a:t>
            </a:r>
          </a:p>
        </p:txBody>
      </p:sp>
      <p:sp>
        <p:nvSpPr>
          <p:cNvPr id="33" name="Slide Number Placeholder 7">
            <a:extLst>
              <a:ext uri="{FF2B5EF4-FFF2-40B4-BE49-F238E27FC236}">
                <a16:creationId xmlns:a16="http://schemas.microsoft.com/office/drawing/2014/main" id="{4C0ED2E8-6351-ED49-B6CF-FA1F67B26896}"/>
              </a:ext>
            </a:extLst>
          </p:cNvPr>
          <p:cNvSpPr>
            <a:spLocks noGrp="1"/>
          </p:cNvSpPr>
          <p:nvPr>
            <p:ph type="sldNum" sz="quarter" idx="39"/>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31" name="Footer Placeholder 4">
            <a:extLst>
              <a:ext uri="{FF2B5EF4-FFF2-40B4-BE49-F238E27FC236}">
                <a16:creationId xmlns:a16="http://schemas.microsoft.com/office/drawing/2014/main" id="{970AF836-EBD7-FC48-8131-6B5102906FFD}"/>
              </a:ext>
            </a:extLst>
          </p:cNvPr>
          <p:cNvSpPr>
            <a:spLocks noGrp="1"/>
          </p:cNvSpPr>
          <p:nvPr>
            <p:ph type="ftr" sz="quarter" idx="11"/>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30" name="Date Placeholder 2">
            <a:extLst>
              <a:ext uri="{FF2B5EF4-FFF2-40B4-BE49-F238E27FC236}">
                <a16:creationId xmlns:a16="http://schemas.microsoft.com/office/drawing/2014/main" id="{67BD4534-5E82-594D-B1AB-A133054CA183}"/>
              </a:ext>
            </a:extLst>
          </p:cNvPr>
          <p:cNvSpPr>
            <a:spLocks noGrp="1"/>
          </p:cNvSpPr>
          <p:nvPr>
            <p:ph type="dt" sz="half" idx="10"/>
          </p:nvPr>
        </p:nvSpPr>
        <p:spPr>
          <a:xfrm>
            <a:off x="6873138" y="6425604"/>
            <a:ext cx="2743200" cy="363500"/>
          </a:xfrm>
        </p:spPr>
        <p:txBody>
          <a:bodyPr/>
          <a:lstStyle>
            <a:lvl1pPr>
              <a:defRPr>
                <a:solidFill>
                  <a:srgbClr val="514C47"/>
                </a:solidFill>
              </a:defRPr>
            </a:lvl1pPr>
          </a:lstStyle>
          <a:p>
            <a:r>
              <a:rPr lang="en-US"/>
              <a:t>[Date]</a:t>
            </a:r>
          </a:p>
        </p:txBody>
      </p:sp>
      <p:sp>
        <p:nvSpPr>
          <p:cNvPr id="20" name="Text Placeholder 21">
            <a:extLst>
              <a:ext uri="{FF2B5EF4-FFF2-40B4-BE49-F238E27FC236}">
                <a16:creationId xmlns:a16="http://schemas.microsoft.com/office/drawing/2014/main" id="{4C14E915-6287-F5A1-E319-1E5C8629A05F}"/>
              </a:ext>
            </a:extLst>
          </p:cNvPr>
          <p:cNvSpPr>
            <a:spLocks noGrp="1"/>
          </p:cNvSpPr>
          <p:nvPr>
            <p:ph type="body" sz="quarter" idx="32" hasCustomPrompt="1"/>
          </p:nvPr>
        </p:nvSpPr>
        <p:spPr>
          <a:xfrm>
            <a:off x="770368" y="2436573"/>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a:t>Business challenges</a:t>
            </a:r>
            <a:endParaRPr lang="en-US"/>
          </a:p>
        </p:txBody>
      </p:sp>
      <p:sp>
        <p:nvSpPr>
          <p:cNvPr id="21" name="Text Placeholder 19">
            <a:extLst>
              <a:ext uri="{FF2B5EF4-FFF2-40B4-BE49-F238E27FC236}">
                <a16:creationId xmlns:a16="http://schemas.microsoft.com/office/drawing/2014/main" id="{F78AAD0E-863E-A8EC-378E-CA7D3BEDF692}"/>
              </a:ext>
            </a:extLst>
          </p:cNvPr>
          <p:cNvSpPr>
            <a:spLocks noGrp="1"/>
          </p:cNvSpPr>
          <p:nvPr>
            <p:ph type="body" sz="quarter" idx="44"/>
          </p:nvPr>
        </p:nvSpPr>
        <p:spPr>
          <a:xfrm>
            <a:off x="768875" y="2780015"/>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4" name="Text Placeholder 21">
            <a:extLst>
              <a:ext uri="{FF2B5EF4-FFF2-40B4-BE49-F238E27FC236}">
                <a16:creationId xmlns:a16="http://schemas.microsoft.com/office/drawing/2014/main" id="{C0BA352F-F67A-5E33-FBD8-084FF44A0F3F}"/>
              </a:ext>
            </a:extLst>
          </p:cNvPr>
          <p:cNvSpPr>
            <a:spLocks noGrp="1"/>
          </p:cNvSpPr>
          <p:nvPr>
            <p:ph type="body" sz="quarter" idx="38" hasCustomPrompt="1"/>
          </p:nvPr>
        </p:nvSpPr>
        <p:spPr>
          <a:xfrm>
            <a:off x="770368" y="3703827"/>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a:t>Why Oracle</a:t>
            </a:r>
            <a:endParaRPr lang="en-US"/>
          </a:p>
        </p:txBody>
      </p:sp>
      <p:sp>
        <p:nvSpPr>
          <p:cNvPr id="25" name="Text Placeholder 19">
            <a:extLst>
              <a:ext uri="{FF2B5EF4-FFF2-40B4-BE49-F238E27FC236}">
                <a16:creationId xmlns:a16="http://schemas.microsoft.com/office/drawing/2014/main" id="{97385F7D-6D1D-86CA-110E-A65805CE4790}"/>
              </a:ext>
            </a:extLst>
          </p:cNvPr>
          <p:cNvSpPr>
            <a:spLocks noGrp="1"/>
          </p:cNvSpPr>
          <p:nvPr>
            <p:ph type="body" sz="quarter" idx="45"/>
          </p:nvPr>
        </p:nvSpPr>
        <p:spPr>
          <a:xfrm>
            <a:off x="768875" y="4048160"/>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6" name="Text Placeholder 21">
            <a:extLst>
              <a:ext uri="{FF2B5EF4-FFF2-40B4-BE49-F238E27FC236}">
                <a16:creationId xmlns:a16="http://schemas.microsoft.com/office/drawing/2014/main" id="{FCE282E2-5D44-8D75-1898-6AEA0F8C1C09}"/>
              </a:ext>
            </a:extLst>
          </p:cNvPr>
          <p:cNvSpPr>
            <a:spLocks noGrp="1"/>
          </p:cNvSpPr>
          <p:nvPr>
            <p:ph type="body" sz="quarter" idx="46" hasCustomPrompt="1"/>
          </p:nvPr>
        </p:nvSpPr>
        <p:spPr>
          <a:xfrm>
            <a:off x="770367" y="4870581"/>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a:t>Result</a:t>
            </a:r>
            <a:endParaRPr lang="en-US"/>
          </a:p>
        </p:txBody>
      </p:sp>
      <p:sp>
        <p:nvSpPr>
          <p:cNvPr id="3" name="Text Placeholder 19">
            <a:extLst>
              <a:ext uri="{FF2B5EF4-FFF2-40B4-BE49-F238E27FC236}">
                <a16:creationId xmlns:a16="http://schemas.microsoft.com/office/drawing/2014/main" id="{C9B029B0-1EAB-FE8A-291E-9E218344064A}"/>
              </a:ext>
            </a:extLst>
          </p:cNvPr>
          <p:cNvSpPr>
            <a:spLocks noGrp="1"/>
          </p:cNvSpPr>
          <p:nvPr>
            <p:ph type="body" sz="quarter" idx="47"/>
          </p:nvPr>
        </p:nvSpPr>
        <p:spPr>
          <a:xfrm>
            <a:off x="761999" y="5225528"/>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4" name="Text Placeholder 21">
            <a:extLst>
              <a:ext uri="{FF2B5EF4-FFF2-40B4-BE49-F238E27FC236}">
                <a16:creationId xmlns:a16="http://schemas.microsoft.com/office/drawing/2014/main" id="{36B97647-97D2-408B-413C-E65D6A6051E5}"/>
              </a:ext>
            </a:extLst>
          </p:cNvPr>
          <p:cNvSpPr>
            <a:spLocks noGrp="1"/>
          </p:cNvSpPr>
          <p:nvPr>
            <p:ph type="body" sz="quarter" idx="14" hasCustomPrompt="1"/>
          </p:nvPr>
        </p:nvSpPr>
        <p:spPr>
          <a:xfrm>
            <a:off x="6739049" y="3922382"/>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a:t>#Stat</a:t>
            </a:r>
            <a:endParaRPr lang="en-US"/>
          </a:p>
        </p:txBody>
      </p:sp>
      <p:sp>
        <p:nvSpPr>
          <p:cNvPr id="5" name="Text Placeholder 21">
            <a:extLst>
              <a:ext uri="{FF2B5EF4-FFF2-40B4-BE49-F238E27FC236}">
                <a16:creationId xmlns:a16="http://schemas.microsoft.com/office/drawing/2014/main" id="{3A3580F8-D690-3030-C6AC-4866E9825F61}"/>
              </a:ext>
            </a:extLst>
          </p:cNvPr>
          <p:cNvSpPr>
            <a:spLocks noGrp="1"/>
          </p:cNvSpPr>
          <p:nvPr>
            <p:ph type="body" sz="quarter" idx="30" hasCustomPrompt="1"/>
          </p:nvPr>
        </p:nvSpPr>
        <p:spPr>
          <a:xfrm>
            <a:off x="8448458" y="3933540"/>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endParaRPr lang="en-US"/>
          </a:p>
        </p:txBody>
      </p:sp>
      <p:sp>
        <p:nvSpPr>
          <p:cNvPr id="7" name="Text Placeholder 21">
            <a:extLst>
              <a:ext uri="{FF2B5EF4-FFF2-40B4-BE49-F238E27FC236}">
                <a16:creationId xmlns:a16="http://schemas.microsoft.com/office/drawing/2014/main" id="{44C5C283-5935-B42C-7120-D243BA9A2913}"/>
              </a:ext>
            </a:extLst>
          </p:cNvPr>
          <p:cNvSpPr>
            <a:spLocks noGrp="1"/>
          </p:cNvSpPr>
          <p:nvPr>
            <p:ph type="body" sz="quarter" idx="31" hasCustomPrompt="1"/>
          </p:nvPr>
        </p:nvSpPr>
        <p:spPr>
          <a:xfrm>
            <a:off x="6739049" y="4734009"/>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a:t>#Stat</a:t>
            </a:r>
            <a:endParaRPr lang="en-US"/>
          </a:p>
        </p:txBody>
      </p:sp>
      <p:sp>
        <p:nvSpPr>
          <p:cNvPr id="8" name="Text Placeholder 21">
            <a:extLst>
              <a:ext uri="{FF2B5EF4-FFF2-40B4-BE49-F238E27FC236}">
                <a16:creationId xmlns:a16="http://schemas.microsoft.com/office/drawing/2014/main" id="{099F2B36-E543-7114-2E12-7E05E41FD12F}"/>
              </a:ext>
            </a:extLst>
          </p:cNvPr>
          <p:cNvSpPr>
            <a:spLocks noGrp="1"/>
          </p:cNvSpPr>
          <p:nvPr>
            <p:ph type="body" sz="quarter" idx="48" hasCustomPrompt="1"/>
          </p:nvPr>
        </p:nvSpPr>
        <p:spPr>
          <a:xfrm>
            <a:off x="8448458" y="4745167"/>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endParaRPr lang="en-US"/>
          </a:p>
        </p:txBody>
      </p:sp>
      <p:sp>
        <p:nvSpPr>
          <p:cNvPr id="9" name="Text Placeholder 21">
            <a:extLst>
              <a:ext uri="{FF2B5EF4-FFF2-40B4-BE49-F238E27FC236}">
                <a16:creationId xmlns:a16="http://schemas.microsoft.com/office/drawing/2014/main" id="{480E7235-27FC-1059-8FEC-3A55CCC728FE}"/>
              </a:ext>
            </a:extLst>
          </p:cNvPr>
          <p:cNvSpPr>
            <a:spLocks noGrp="1"/>
          </p:cNvSpPr>
          <p:nvPr>
            <p:ph type="body" sz="quarter" idx="33" hasCustomPrompt="1"/>
          </p:nvPr>
        </p:nvSpPr>
        <p:spPr>
          <a:xfrm>
            <a:off x="6739049" y="5546718"/>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a:t>#Stat</a:t>
            </a:r>
            <a:endParaRPr lang="en-US"/>
          </a:p>
        </p:txBody>
      </p:sp>
      <p:sp>
        <p:nvSpPr>
          <p:cNvPr id="11" name="Text Placeholder 21">
            <a:extLst>
              <a:ext uri="{FF2B5EF4-FFF2-40B4-BE49-F238E27FC236}">
                <a16:creationId xmlns:a16="http://schemas.microsoft.com/office/drawing/2014/main" id="{360C9156-A92C-0F42-A924-D97D8BD8785F}"/>
              </a:ext>
            </a:extLst>
          </p:cNvPr>
          <p:cNvSpPr>
            <a:spLocks noGrp="1"/>
          </p:cNvSpPr>
          <p:nvPr>
            <p:ph type="body" sz="quarter" idx="34" hasCustomPrompt="1"/>
          </p:nvPr>
        </p:nvSpPr>
        <p:spPr>
          <a:xfrm>
            <a:off x="8448458" y="5557876"/>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endParaRPr lang="en-US"/>
          </a:p>
        </p:txBody>
      </p:sp>
      <p:sp>
        <p:nvSpPr>
          <p:cNvPr id="12" name="Picture Placeholder 17">
            <a:extLst>
              <a:ext uri="{FF2B5EF4-FFF2-40B4-BE49-F238E27FC236}">
                <a16:creationId xmlns:a16="http://schemas.microsoft.com/office/drawing/2014/main" id="{37E1F626-6013-A11C-1493-E8B91C591978}"/>
              </a:ext>
            </a:extLst>
          </p:cNvPr>
          <p:cNvSpPr>
            <a:spLocks noGrp="1"/>
          </p:cNvSpPr>
          <p:nvPr>
            <p:ph type="pic" sz="quarter" idx="53" hasCustomPrompt="1"/>
          </p:nvPr>
        </p:nvSpPr>
        <p:spPr>
          <a:xfrm>
            <a:off x="6096000" y="0"/>
            <a:ext cx="6096000" cy="3428682"/>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a:t>Click to add photo or illustration</a:t>
            </a:r>
          </a:p>
          <a:p>
            <a:endParaRPr lang="en-US"/>
          </a:p>
          <a:p>
            <a:endParaRPr lang="en-US"/>
          </a:p>
          <a:p>
            <a:endParaRPr lang="en-US"/>
          </a:p>
        </p:txBody>
      </p:sp>
      <p:pic>
        <p:nvPicPr>
          <p:cNvPr id="6" name="OTag" descr="A small square in Oracle Red with the Oracle logo in the center in white">
            <a:extLst>
              <a:ext uri="{FF2B5EF4-FFF2-40B4-BE49-F238E27FC236}">
                <a16:creationId xmlns:a16="http://schemas.microsoft.com/office/drawing/2014/main" id="{4A795B6A-184C-84F8-9946-F2838D3CD838}"/>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pic>
        <p:nvPicPr>
          <p:cNvPr id="13" name="Graphic 12">
            <a:extLst>
              <a:ext uri="{FF2B5EF4-FFF2-40B4-BE49-F238E27FC236}">
                <a16:creationId xmlns:a16="http://schemas.microsoft.com/office/drawing/2014/main" id="{E4BAAA2A-9200-092B-2D2E-0CFD12C20F4E}"/>
              </a:ext>
            </a:extLst>
          </p:cNvPr>
          <p:cNvPicPr>
            <a:picLocks noChangeAspect="1"/>
          </p:cNvPicPr>
          <p:nvPr userDrawn="1"/>
        </p:nvPicPr>
        <p:blipFill>
          <a:blip>
            <a:extLst>
              <a:ext uri="{96DAC541-7B7A-43D3-8B79-37D633B846F1}">
                <asvg:svgBlip xmlns:asvg="http://schemas.microsoft.com/office/drawing/2016/SVG/main" r:embed="rId3"/>
              </a:ext>
            </a:extLst>
          </a:blip>
          <a:srcRect l="-9503" t="21585" b="15557"/>
          <a:stretch/>
        </p:blipFill>
        <p:spPr>
          <a:xfrm>
            <a:off x="8834980" y="3428681"/>
            <a:ext cx="3357020" cy="1284671"/>
          </a:xfrm>
          <a:prstGeom prst="rect">
            <a:avLst/>
          </a:prstGeom>
        </p:spPr>
      </p:pic>
      <p:sp>
        <p:nvSpPr>
          <p:cNvPr id="14" name="Text Placeholder 21">
            <a:extLst>
              <a:ext uri="{FF2B5EF4-FFF2-40B4-BE49-F238E27FC236}">
                <a16:creationId xmlns:a16="http://schemas.microsoft.com/office/drawing/2014/main" id="{714C8117-8874-4C52-FD47-896710854EA6}"/>
              </a:ext>
            </a:extLst>
          </p:cNvPr>
          <p:cNvSpPr>
            <a:spLocks noGrp="1"/>
          </p:cNvSpPr>
          <p:nvPr>
            <p:ph type="body" sz="quarter" idx="54" hasCustomPrompt="1"/>
          </p:nvPr>
        </p:nvSpPr>
        <p:spPr>
          <a:xfrm>
            <a:off x="768875" y="6104842"/>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200" b="1" i="0">
                <a:solidFill>
                  <a:schemeClr val="tx1"/>
                </a:solidFill>
                <a:latin typeface="Oracle Sans Tab" panose="020B0503020204020204" pitchFamily="34" charset="0"/>
                <a:cs typeface="Oracle Sans Tab" panose="020B0503020204020204" pitchFamily="34" charset="0"/>
              </a:defRPr>
            </a:lvl1pPr>
          </a:lstStyle>
          <a:p>
            <a:pPr lvl="0"/>
            <a:r>
              <a:rPr lang="en-IN"/>
              <a:t>Call to action</a:t>
            </a:r>
            <a:endParaRPr lang="en-US"/>
          </a:p>
        </p:txBody>
      </p:sp>
    </p:spTree>
    <p:extLst>
      <p:ext uri="{BB962C8B-B14F-4D97-AF65-F5344CB8AC3E}">
        <p14:creationId xmlns:p14="http://schemas.microsoft.com/office/powerpoint/2010/main" val="35476534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Light - half color block">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C368C7-84E9-0B4D-0941-3C15D6866906}"/>
              </a:ext>
            </a:extLst>
          </p:cNvPr>
          <p:cNvSpPr/>
          <p:nvPr userDrawn="1"/>
        </p:nvSpPr>
        <p:spPr>
          <a:xfrm>
            <a:off x="0" y="-1"/>
            <a:ext cx="5943600" cy="6858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20715150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ark - half color block">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C368C7-84E9-0B4D-0941-3C15D6866906}"/>
              </a:ext>
            </a:extLst>
          </p:cNvPr>
          <p:cNvSpPr/>
          <p:nvPr userDrawn="1"/>
        </p:nvSpPr>
        <p:spPr>
          <a:xfrm>
            <a:off x="0" y="-1"/>
            <a:ext cx="5943600" cy="6858000"/>
          </a:xfrm>
          <a:prstGeom prst="rect">
            <a:avLst/>
          </a:prstGeom>
          <a:solidFill>
            <a:srgbClr val="1C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20496728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Light - Left middle title and sub ">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hasCustomPrompt="1"/>
          </p:nvPr>
        </p:nvSpPr>
        <p:spPr>
          <a:xfrm>
            <a:off x="761998" y="2471026"/>
            <a:ext cx="4846320" cy="822960"/>
          </a:xfrm>
        </p:spPr>
        <p:txBody>
          <a:bodyPr/>
          <a:lstStyle>
            <a:lvl1pPr algn="l">
              <a:defRPr sz="3200" b="1" i="0">
                <a:latin typeface="Oracle Sans Tab" panose="020B0503020204020204" pitchFamily="34" charset="0"/>
                <a:cs typeface="Oracle Sans Tab" panose="020B0503020204020204" pitchFamily="34" charset="0"/>
              </a:defRPr>
            </a:lvl1pPr>
          </a:lstStyle>
          <a:p>
            <a:r>
              <a:rPr lang="en-US"/>
              <a:t>Left aligned middle title. </a:t>
            </a:r>
            <a:br>
              <a:rPr lang="en-US"/>
            </a:br>
            <a:r>
              <a:rPr lang="en-US"/>
              <a:t>Add graphic to the right.</a:t>
            </a:r>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4846320" cy="1228119"/>
          </a:xfrm>
          <a:prstGeom prst="rect">
            <a:avLst/>
          </a:prstGeom>
          <a:noFill/>
        </p:spPr>
        <p:txBody>
          <a:bodyPr lIns="0" tIns="0" rIns="0" bIns="0"/>
          <a:lstStyle>
            <a:lvl1pPr algn="l">
              <a:lnSpc>
                <a:spcPct val="100000"/>
              </a:lnSpc>
              <a:spcBef>
                <a:spcPts val="0"/>
              </a:spcBef>
              <a:spcAft>
                <a:spcPts val="400"/>
              </a:spcAft>
              <a:defRPr sz="2000" b="0" i="0">
                <a:solidFill>
                  <a:schemeClr val="tx1"/>
                </a:solidFill>
                <a:latin typeface="Oracle Sans" panose="020B0503020204020204" pitchFamily="34" charset="0"/>
                <a:cs typeface="Oracle Sans" panose="020B0503020204020204" pitchFamily="34" charset="0"/>
              </a:defRPr>
            </a:lvl1pPr>
          </a:lstStyle>
          <a:p>
            <a:pPr lvl="0"/>
            <a:r>
              <a:rPr lang="en-IN"/>
              <a:t>Left aligned middle subhead. </a:t>
            </a:r>
            <a:br>
              <a:rPr lang="en-IN"/>
            </a:br>
            <a:r>
              <a:rPr lang="en-IN"/>
              <a:t>Body copy goes here. To the right, add in custom graphics, technical diagrams or custom artwork. </a:t>
            </a:r>
            <a:endParaRPr lang="en-US"/>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23650465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Dark - Left middle title and sub ">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hasCustomPrompt="1"/>
          </p:nvPr>
        </p:nvSpPr>
        <p:spPr>
          <a:xfrm>
            <a:off x="762000" y="2471026"/>
            <a:ext cx="4846320" cy="822960"/>
          </a:xfrm>
        </p:spPr>
        <p:txBody>
          <a:bodyPr/>
          <a:lstStyle>
            <a:lvl1pPr>
              <a:defRPr sz="3200" b="1" i="0">
                <a:latin typeface="Oracle Sans Tab" panose="020B0503020204020204" pitchFamily="34" charset="0"/>
                <a:cs typeface="Oracle Sans Tab" panose="020B0503020204020204" pitchFamily="34" charset="0"/>
              </a:defRPr>
            </a:lvl1pPr>
          </a:lstStyle>
          <a:p>
            <a:r>
              <a:rPr lang="en-US"/>
              <a:t>Left aligned middle title. </a:t>
            </a:r>
            <a:br>
              <a:rPr lang="en-US"/>
            </a:br>
            <a:r>
              <a:rPr lang="en-US"/>
              <a:t>Add graphic to the right</a:t>
            </a:r>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4846320" cy="1228119"/>
          </a:xfrm>
          <a:prstGeom prst="rect">
            <a:avLst/>
          </a:prstGeom>
          <a:noFill/>
        </p:spPr>
        <p:txBody>
          <a:bodyPr lIns="0" tIns="0" rIns="0" bIns="0"/>
          <a:lstStyle>
            <a:lvl1pPr algn="l">
              <a:lnSpc>
                <a:spcPct val="100000"/>
              </a:lnSpc>
              <a:spcBef>
                <a:spcPts val="0"/>
              </a:spcBef>
              <a:spcAft>
                <a:spcPts val="400"/>
              </a:spcAft>
              <a:defRPr sz="2000" b="0" i="0">
                <a:solidFill>
                  <a:schemeClr val="tx1"/>
                </a:solidFill>
                <a:latin typeface="Oracle Sans" panose="020B0503020204020204" pitchFamily="34" charset="0"/>
                <a:cs typeface="Oracle Sans" panose="020B0503020204020204" pitchFamily="34" charset="0"/>
              </a:defRPr>
            </a:lvl1pPr>
          </a:lstStyle>
          <a:p>
            <a:pPr lvl="0"/>
            <a:r>
              <a:rPr lang="en-IN"/>
              <a:t>Left aligned middle subhead. </a:t>
            </a:r>
            <a:br>
              <a:rPr lang="en-IN"/>
            </a:br>
            <a:r>
              <a:rPr lang="en-IN"/>
              <a:t>Body copy goes here. To the right, add in custom graphics, technical diagrams or custom artwork. </a:t>
            </a:r>
            <a:endParaRPr lang="en-US"/>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11471586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Light - Left middle title">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hasCustomPrompt="1"/>
          </p:nvPr>
        </p:nvSpPr>
        <p:spPr>
          <a:xfrm>
            <a:off x="762000" y="2298982"/>
            <a:ext cx="4846320" cy="2260036"/>
          </a:xfrm>
        </p:spPr>
        <p:txBody>
          <a:bodyPr anchor="ctr"/>
          <a:lstStyle>
            <a:lvl1pPr>
              <a:defRPr sz="3200" b="1" i="0">
                <a:latin typeface="Oracle Sans Tab" panose="020B0503020204020204" pitchFamily="34" charset="0"/>
                <a:cs typeface="Oracle Sans Tab" panose="020B0503020204020204" pitchFamily="34" charset="0"/>
              </a:defRPr>
            </a:lvl1pPr>
          </a:lstStyle>
          <a:p>
            <a:r>
              <a:rPr lang="en-US"/>
              <a:t>Left aligned middle title.</a:t>
            </a:r>
            <a:br>
              <a:rPr lang="en-US"/>
            </a:br>
            <a:r>
              <a:rPr lang="en-US"/>
              <a:t>Add custom graphics to the right.</a:t>
            </a:r>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39210878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Dark - Left middle tit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hasCustomPrompt="1"/>
          </p:nvPr>
        </p:nvSpPr>
        <p:spPr>
          <a:xfrm>
            <a:off x="762000" y="2298982"/>
            <a:ext cx="4846320" cy="2260036"/>
          </a:xfrm>
        </p:spPr>
        <p:txBody>
          <a:bodyPr anchor="ctr"/>
          <a:lstStyle>
            <a:lvl1pPr>
              <a:defRPr sz="3200" b="1" i="0">
                <a:latin typeface="Oracle Sans Tab" panose="020B0503020204020204" pitchFamily="34" charset="0"/>
                <a:cs typeface="Oracle Sans Tab" panose="020B0503020204020204" pitchFamily="34" charset="0"/>
              </a:defRPr>
            </a:lvl1pPr>
          </a:lstStyle>
          <a:p>
            <a:r>
              <a:rPr lang="en-US"/>
              <a:t>Left aligned middle title. Add custom graphics to the right.</a:t>
            </a:r>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6251811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ark-AbstractBG-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1666210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Dark-AbstractBG-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41865918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Light-AbstractBG-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42617837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Light-AbstractBG-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p>
        </p:txBody>
      </p:sp>
    </p:spTree>
    <p:extLst>
      <p:ext uri="{BB962C8B-B14F-4D97-AF65-F5344CB8AC3E}">
        <p14:creationId xmlns:p14="http://schemas.microsoft.com/office/powerpoint/2010/main" val="9862245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Light - Closing Slide">
    <p:bg>
      <p:bgRef idx="1001">
        <a:schemeClr val="bg2"/>
      </p:bgRef>
    </p:bg>
    <p:spTree>
      <p:nvGrpSpPr>
        <p:cNvPr id="1" name=""/>
        <p:cNvGrpSpPr/>
        <p:nvPr/>
      </p:nvGrpSpPr>
      <p:grpSpPr>
        <a:xfrm>
          <a:off x="0" y="0"/>
          <a:ext cx="0" cy="0"/>
          <a:chOff x="0" y="0"/>
          <a:chExt cx="0" cy="0"/>
        </a:xfrm>
      </p:grpSpPr>
      <p:pic>
        <p:nvPicPr>
          <p:cNvPr id="2" name="Oracle Logo" descr="Oracle Logo">
            <a:extLst>
              <a:ext uri="{FF2B5EF4-FFF2-40B4-BE49-F238E27FC236}">
                <a16:creationId xmlns:a16="http://schemas.microsoft.com/office/drawing/2014/main" id="{65E5B106-857C-3950-B28D-EF7037F2162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16643125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Dark - Closing Slide">
    <p:bg>
      <p:bgRef idx="1001">
        <a:schemeClr val="bg2"/>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513523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STOP">
    <p:bg>
      <p:bgPr>
        <a:solidFill>
          <a:srgbClr val="C74634"/>
        </a:solidFill>
        <a:effectLst/>
      </p:bgPr>
    </p:bg>
    <p:spTree>
      <p:nvGrpSpPr>
        <p:cNvPr id="1" name=""/>
        <p:cNvGrpSpPr/>
        <p:nvPr/>
      </p:nvGrpSpPr>
      <p:grpSpPr>
        <a:xfrm>
          <a:off x="0" y="0"/>
          <a:ext cx="0" cy="0"/>
          <a:chOff x="0" y="0"/>
          <a:chExt cx="0" cy="0"/>
        </a:xfrm>
      </p:grpSpPr>
      <p:grpSp>
        <p:nvGrpSpPr>
          <p:cNvPr id="6" name="Group 4" descr="An image of a hand with an X on it indicating stop">
            <a:extLst>
              <a:ext uri="{FF2B5EF4-FFF2-40B4-BE49-F238E27FC236}">
                <a16:creationId xmlns:a16="http://schemas.microsoft.com/office/drawing/2014/main" id="{AC301DFA-236B-43E0-F195-C886E29BCFA8}"/>
              </a:ext>
            </a:extLst>
          </p:cNvPr>
          <p:cNvGrpSpPr>
            <a:grpSpLocks noChangeAspect="1"/>
          </p:cNvGrpSpPr>
          <p:nvPr userDrawn="1"/>
        </p:nvGrpSpPr>
        <p:grpSpPr bwMode="auto">
          <a:xfrm>
            <a:off x="1706928" y="2759469"/>
            <a:ext cx="1112546" cy="1096345"/>
            <a:chOff x="1040" y="1809"/>
            <a:chExt cx="618" cy="609"/>
          </a:xfrm>
          <a:solidFill>
            <a:schemeClr val="tx1"/>
          </a:solidFill>
        </p:grpSpPr>
        <p:sp>
          <p:nvSpPr>
            <p:cNvPr id="7" name="Freeform 5">
              <a:extLst>
                <a:ext uri="{FF2B5EF4-FFF2-40B4-BE49-F238E27FC236}">
                  <a16:creationId xmlns:a16="http://schemas.microsoft.com/office/drawing/2014/main" id="{8D479378-DEC7-2ADF-53B1-0BD27B66492B}"/>
                </a:ext>
              </a:extLst>
            </p:cNvPr>
            <p:cNvSpPr>
              <a:spLocks noChangeArrowheads="1"/>
            </p:cNvSpPr>
            <p:nvPr/>
          </p:nvSpPr>
          <p:spPr bwMode="auto">
            <a:xfrm>
              <a:off x="1035" y="2123"/>
              <a:ext cx="358" cy="292"/>
            </a:xfrm>
            <a:custGeom>
              <a:avLst/>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Freeform 6">
              <a:extLst>
                <a:ext uri="{FF2B5EF4-FFF2-40B4-BE49-F238E27FC236}">
                  <a16:creationId xmlns:a16="http://schemas.microsoft.com/office/drawing/2014/main" id="{21479569-80A4-2098-1ABC-98C920F1FCDA}"/>
                </a:ext>
              </a:extLst>
            </p:cNvPr>
            <p:cNvSpPr>
              <a:spLocks noChangeArrowheads="1"/>
            </p:cNvSpPr>
            <p:nvPr/>
          </p:nvSpPr>
          <p:spPr bwMode="auto">
            <a:xfrm>
              <a:off x="1196" y="1808"/>
              <a:ext cx="347" cy="361"/>
            </a:xfrm>
            <a:custGeom>
              <a:avLst/>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7">
              <a:extLst>
                <a:ext uri="{FF2B5EF4-FFF2-40B4-BE49-F238E27FC236}">
                  <a16:creationId xmlns:a16="http://schemas.microsoft.com/office/drawing/2014/main" id="{FA1BF811-5A06-549B-D001-A8EB9DAFD738}"/>
                </a:ext>
              </a:extLst>
            </p:cNvPr>
            <p:cNvSpPr>
              <a:spLocks noChangeArrowheads="1"/>
            </p:cNvSpPr>
            <p:nvPr/>
          </p:nvSpPr>
          <p:spPr bwMode="auto">
            <a:xfrm>
              <a:off x="1244" y="2175"/>
              <a:ext cx="130" cy="103"/>
            </a:xfrm>
            <a:custGeom>
              <a:avLst/>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Freeform 8">
              <a:extLst>
                <a:ext uri="{FF2B5EF4-FFF2-40B4-BE49-F238E27FC236}">
                  <a16:creationId xmlns:a16="http://schemas.microsoft.com/office/drawing/2014/main" id="{29B31A47-1DBD-1652-5D57-90F2000198A7}"/>
                </a:ext>
              </a:extLst>
            </p:cNvPr>
            <p:cNvSpPr>
              <a:spLocks noChangeArrowheads="1"/>
            </p:cNvSpPr>
            <p:nvPr/>
          </p:nvSpPr>
          <p:spPr bwMode="auto">
            <a:xfrm>
              <a:off x="1396" y="2157"/>
              <a:ext cx="276" cy="276"/>
            </a:xfrm>
            <a:custGeom>
              <a:avLst/>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9">
              <a:extLst>
                <a:ext uri="{FF2B5EF4-FFF2-40B4-BE49-F238E27FC236}">
                  <a16:creationId xmlns:a16="http://schemas.microsoft.com/office/drawing/2014/main" id="{98CEA400-2F99-24D8-1CAC-FD508D0F9288}"/>
                </a:ext>
              </a:extLst>
            </p:cNvPr>
            <p:cNvSpPr>
              <a:spLocks noChangeArrowheads="1"/>
            </p:cNvSpPr>
            <p:nvPr/>
          </p:nvSpPr>
          <p:spPr bwMode="auto">
            <a:xfrm>
              <a:off x="1477" y="2236"/>
              <a:ext cx="102" cy="102"/>
            </a:xfrm>
            <a:custGeom>
              <a:avLst/>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2" name="TextBox 11">
            <a:extLst>
              <a:ext uri="{FF2B5EF4-FFF2-40B4-BE49-F238E27FC236}">
                <a16:creationId xmlns:a16="http://schemas.microsoft.com/office/drawing/2014/main" id="{F8B44FF3-28AB-10D7-B1C4-E339265AAF9B}"/>
              </a:ext>
            </a:extLst>
          </p:cNvPr>
          <p:cNvSpPr txBox="1"/>
          <p:nvPr userDrawn="1"/>
        </p:nvSpPr>
        <p:spPr>
          <a:xfrm>
            <a:off x="3261391" y="2485152"/>
            <a:ext cx="8046632" cy="1887696"/>
          </a:xfrm>
          <a:prstGeom prst="rect">
            <a:avLst/>
          </a:prstGeom>
          <a:noFill/>
        </p:spPr>
        <p:txBody>
          <a:bodyPr wrap="square" rtlCol="0">
            <a:spAutoFit/>
          </a:bodyPr>
          <a:lstStyle/>
          <a:p>
            <a:pPr algn="l">
              <a:lnSpc>
                <a:spcPct val="100000"/>
              </a:lnSpc>
              <a:spcAft>
                <a:spcPts val="2000"/>
              </a:spcAft>
            </a:pPr>
            <a:r>
              <a:rPr lang="en-US" sz="2000" b="0" i="0">
                <a:solidFill>
                  <a:schemeClr val="tx1"/>
                </a:solidFill>
                <a:latin typeface="Oracle Sans Tab" panose="020B0503020204020204" pitchFamily="34" charset="0"/>
                <a:cs typeface="Oracle Sans Tab" panose="020B0503020204020204" pitchFamily="34" charset="0"/>
              </a:rPr>
              <a:t>Any master slides that appear after this end slide have been accidentally imported from other slide decks and </a:t>
            </a:r>
            <a:br>
              <a:rPr lang="en-US" sz="2000" b="0" i="0">
                <a:solidFill>
                  <a:schemeClr val="tx1"/>
                </a:solidFill>
                <a:latin typeface="Oracle Sans Tab" panose="020B0503020204020204" pitchFamily="34" charset="0"/>
                <a:cs typeface="Oracle Sans Tab" panose="020B0503020204020204" pitchFamily="34" charset="0"/>
              </a:rPr>
            </a:br>
            <a:r>
              <a:rPr lang="en-US" sz="2000" b="0" i="0">
                <a:solidFill>
                  <a:schemeClr val="tx1"/>
                </a:solidFill>
                <a:latin typeface="Oracle Sans Tab" panose="020B0503020204020204" pitchFamily="34" charset="0"/>
                <a:cs typeface="Oracle Sans Tab" panose="020B0503020204020204" pitchFamily="34" charset="0"/>
              </a:rPr>
              <a:t>may not match the style of this template.</a:t>
            </a:r>
          </a:p>
          <a:p>
            <a:pPr algn="l">
              <a:lnSpc>
                <a:spcPct val="100000"/>
              </a:lnSpc>
              <a:spcAft>
                <a:spcPts val="2000"/>
              </a:spcAft>
            </a:pPr>
            <a:r>
              <a:rPr lang="en-US" sz="2000" b="0" i="0">
                <a:solidFill>
                  <a:schemeClr val="tx1"/>
                </a:solidFill>
                <a:latin typeface="Oracle Sans Tab" panose="020B0503020204020204" pitchFamily="34" charset="0"/>
                <a:cs typeface="Oracle Sans Tab" panose="020B0503020204020204" pitchFamily="34" charset="0"/>
              </a:rPr>
              <a:t>Please locate slides that are referencing these imported slide layouts and reselect/apply a layout from the master slide options above.</a:t>
            </a:r>
          </a:p>
        </p:txBody>
      </p:sp>
    </p:spTree>
    <p:extLst>
      <p:ext uri="{BB962C8B-B14F-4D97-AF65-F5344CB8AC3E}">
        <p14:creationId xmlns:p14="http://schemas.microsoft.com/office/powerpoint/2010/main" val="7338991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8.xml"/><Relationship Id="rId21" Type="http://schemas.openxmlformats.org/officeDocument/2006/relationships/slideLayout" Target="../slideLayouts/slideLayout33.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63" Type="http://schemas.openxmlformats.org/officeDocument/2006/relationships/slideLayout" Target="../slideLayouts/slideLayout75.xml"/><Relationship Id="rId68" Type="http://schemas.openxmlformats.org/officeDocument/2006/relationships/slideLayout" Target="../slideLayouts/slideLayout80.xml"/><Relationship Id="rId84" Type="http://schemas.openxmlformats.org/officeDocument/2006/relationships/slideLayout" Target="../slideLayouts/slideLayout96.xml"/><Relationship Id="rId89" Type="http://schemas.openxmlformats.org/officeDocument/2006/relationships/slideLayout" Target="../slideLayouts/slideLayout101.xml"/><Relationship Id="rId112" Type="http://schemas.openxmlformats.org/officeDocument/2006/relationships/slideLayout" Target="../slideLayouts/slideLayout124.xml"/><Relationship Id="rId16" Type="http://schemas.openxmlformats.org/officeDocument/2006/relationships/slideLayout" Target="../slideLayouts/slideLayout28.xml"/><Relationship Id="rId107" Type="http://schemas.openxmlformats.org/officeDocument/2006/relationships/slideLayout" Target="../slideLayouts/slideLayout119.xml"/><Relationship Id="rId11" Type="http://schemas.openxmlformats.org/officeDocument/2006/relationships/slideLayout" Target="../slideLayouts/slideLayout23.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53" Type="http://schemas.openxmlformats.org/officeDocument/2006/relationships/slideLayout" Target="../slideLayouts/slideLayout65.xml"/><Relationship Id="rId58" Type="http://schemas.openxmlformats.org/officeDocument/2006/relationships/slideLayout" Target="../slideLayouts/slideLayout70.xml"/><Relationship Id="rId74" Type="http://schemas.openxmlformats.org/officeDocument/2006/relationships/slideLayout" Target="../slideLayouts/slideLayout86.xml"/><Relationship Id="rId79" Type="http://schemas.openxmlformats.org/officeDocument/2006/relationships/slideLayout" Target="../slideLayouts/slideLayout91.xml"/><Relationship Id="rId102" Type="http://schemas.openxmlformats.org/officeDocument/2006/relationships/slideLayout" Target="../slideLayouts/slideLayout114.xml"/><Relationship Id="rId5" Type="http://schemas.openxmlformats.org/officeDocument/2006/relationships/slideLayout" Target="../slideLayouts/slideLayout17.xml"/><Relationship Id="rId90" Type="http://schemas.openxmlformats.org/officeDocument/2006/relationships/slideLayout" Target="../slideLayouts/slideLayout102.xml"/><Relationship Id="rId95" Type="http://schemas.openxmlformats.org/officeDocument/2006/relationships/slideLayout" Target="../slideLayouts/slideLayout107.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64" Type="http://schemas.openxmlformats.org/officeDocument/2006/relationships/slideLayout" Target="../slideLayouts/slideLayout76.xml"/><Relationship Id="rId69" Type="http://schemas.openxmlformats.org/officeDocument/2006/relationships/slideLayout" Target="../slideLayouts/slideLayout81.xml"/><Relationship Id="rId113" Type="http://schemas.openxmlformats.org/officeDocument/2006/relationships/theme" Target="../theme/theme2.xml"/><Relationship Id="rId80" Type="http://schemas.openxmlformats.org/officeDocument/2006/relationships/slideLayout" Target="../slideLayouts/slideLayout92.xml"/><Relationship Id="rId85" Type="http://schemas.openxmlformats.org/officeDocument/2006/relationships/slideLayout" Target="../slideLayouts/slideLayout97.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59" Type="http://schemas.openxmlformats.org/officeDocument/2006/relationships/slideLayout" Target="../slideLayouts/slideLayout71.xml"/><Relationship Id="rId103" Type="http://schemas.openxmlformats.org/officeDocument/2006/relationships/slideLayout" Target="../slideLayouts/slideLayout115.xml"/><Relationship Id="rId108" Type="http://schemas.openxmlformats.org/officeDocument/2006/relationships/slideLayout" Target="../slideLayouts/slideLayout120.xml"/><Relationship Id="rId54" Type="http://schemas.openxmlformats.org/officeDocument/2006/relationships/slideLayout" Target="../slideLayouts/slideLayout66.xml"/><Relationship Id="rId70" Type="http://schemas.openxmlformats.org/officeDocument/2006/relationships/slideLayout" Target="../slideLayouts/slideLayout82.xml"/><Relationship Id="rId75" Type="http://schemas.openxmlformats.org/officeDocument/2006/relationships/slideLayout" Target="../slideLayouts/slideLayout87.xml"/><Relationship Id="rId91" Type="http://schemas.openxmlformats.org/officeDocument/2006/relationships/slideLayout" Target="../slideLayouts/slideLayout103.xml"/><Relationship Id="rId96" Type="http://schemas.openxmlformats.org/officeDocument/2006/relationships/slideLayout" Target="../slideLayouts/slideLayout10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 Id="rId57" Type="http://schemas.openxmlformats.org/officeDocument/2006/relationships/slideLayout" Target="../slideLayouts/slideLayout69.xml"/><Relationship Id="rId106" Type="http://schemas.openxmlformats.org/officeDocument/2006/relationships/slideLayout" Target="../slideLayouts/slideLayout118.xml"/><Relationship Id="rId114" Type="http://schemas.openxmlformats.org/officeDocument/2006/relationships/image" Target="../media/image3.emf"/><Relationship Id="rId10" Type="http://schemas.openxmlformats.org/officeDocument/2006/relationships/slideLayout" Target="../slideLayouts/slideLayout22.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52" Type="http://schemas.openxmlformats.org/officeDocument/2006/relationships/slideLayout" Target="../slideLayouts/slideLayout64.xml"/><Relationship Id="rId60" Type="http://schemas.openxmlformats.org/officeDocument/2006/relationships/slideLayout" Target="../slideLayouts/slideLayout72.xml"/><Relationship Id="rId65" Type="http://schemas.openxmlformats.org/officeDocument/2006/relationships/slideLayout" Target="../slideLayouts/slideLayout77.xml"/><Relationship Id="rId73" Type="http://schemas.openxmlformats.org/officeDocument/2006/relationships/slideLayout" Target="../slideLayouts/slideLayout85.xml"/><Relationship Id="rId78" Type="http://schemas.openxmlformats.org/officeDocument/2006/relationships/slideLayout" Target="../slideLayouts/slideLayout90.xml"/><Relationship Id="rId81" Type="http://schemas.openxmlformats.org/officeDocument/2006/relationships/slideLayout" Target="../slideLayouts/slideLayout93.xml"/><Relationship Id="rId86" Type="http://schemas.openxmlformats.org/officeDocument/2006/relationships/slideLayout" Target="../slideLayouts/slideLayout98.xml"/><Relationship Id="rId94" Type="http://schemas.openxmlformats.org/officeDocument/2006/relationships/slideLayout" Target="../slideLayouts/slideLayout106.xml"/><Relationship Id="rId99" Type="http://schemas.openxmlformats.org/officeDocument/2006/relationships/slideLayout" Target="../slideLayouts/slideLayout111.xml"/><Relationship Id="rId101" Type="http://schemas.openxmlformats.org/officeDocument/2006/relationships/slideLayout" Target="../slideLayouts/slideLayout11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9" Type="http://schemas.openxmlformats.org/officeDocument/2006/relationships/slideLayout" Target="../slideLayouts/slideLayout51.xml"/><Relationship Id="rId109" Type="http://schemas.openxmlformats.org/officeDocument/2006/relationships/slideLayout" Target="../slideLayouts/slideLayout121.xml"/><Relationship Id="rId34" Type="http://schemas.openxmlformats.org/officeDocument/2006/relationships/slideLayout" Target="../slideLayouts/slideLayout46.xml"/><Relationship Id="rId50" Type="http://schemas.openxmlformats.org/officeDocument/2006/relationships/slideLayout" Target="../slideLayouts/slideLayout62.xml"/><Relationship Id="rId55" Type="http://schemas.openxmlformats.org/officeDocument/2006/relationships/slideLayout" Target="../slideLayouts/slideLayout67.xml"/><Relationship Id="rId76" Type="http://schemas.openxmlformats.org/officeDocument/2006/relationships/slideLayout" Target="../slideLayouts/slideLayout88.xml"/><Relationship Id="rId97" Type="http://schemas.openxmlformats.org/officeDocument/2006/relationships/slideLayout" Target="../slideLayouts/slideLayout109.xml"/><Relationship Id="rId104" Type="http://schemas.openxmlformats.org/officeDocument/2006/relationships/slideLayout" Target="../slideLayouts/slideLayout116.xml"/><Relationship Id="rId7" Type="http://schemas.openxmlformats.org/officeDocument/2006/relationships/slideLayout" Target="../slideLayouts/slideLayout19.xml"/><Relationship Id="rId71" Type="http://schemas.openxmlformats.org/officeDocument/2006/relationships/slideLayout" Target="../slideLayouts/slideLayout83.xml"/><Relationship Id="rId92" Type="http://schemas.openxmlformats.org/officeDocument/2006/relationships/slideLayout" Target="../slideLayouts/slideLayout104.xml"/><Relationship Id="rId2" Type="http://schemas.openxmlformats.org/officeDocument/2006/relationships/slideLayout" Target="../slideLayouts/slideLayout14.xml"/><Relationship Id="rId29" Type="http://schemas.openxmlformats.org/officeDocument/2006/relationships/slideLayout" Target="../slideLayouts/slideLayout41.xml"/><Relationship Id="rId24" Type="http://schemas.openxmlformats.org/officeDocument/2006/relationships/slideLayout" Target="../slideLayouts/slideLayout36.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66" Type="http://schemas.openxmlformats.org/officeDocument/2006/relationships/slideLayout" Target="../slideLayouts/slideLayout78.xml"/><Relationship Id="rId87" Type="http://schemas.openxmlformats.org/officeDocument/2006/relationships/slideLayout" Target="../slideLayouts/slideLayout99.xml"/><Relationship Id="rId110" Type="http://schemas.openxmlformats.org/officeDocument/2006/relationships/slideLayout" Target="../slideLayouts/slideLayout122.xml"/><Relationship Id="rId61" Type="http://schemas.openxmlformats.org/officeDocument/2006/relationships/slideLayout" Target="../slideLayouts/slideLayout73.xml"/><Relationship Id="rId82" Type="http://schemas.openxmlformats.org/officeDocument/2006/relationships/slideLayout" Target="../slideLayouts/slideLayout94.xml"/><Relationship Id="rId19" Type="http://schemas.openxmlformats.org/officeDocument/2006/relationships/slideLayout" Target="../slideLayouts/slideLayout31.xml"/><Relationship Id="rId14" Type="http://schemas.openxmlformats.org/officeDocument/2006/relationships/slideLayout" Target="../slideLayouts/slideLayout26.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56" Type="http://schemas.openxmlformats.org/officeDocument/2006/relationships/slideLayout" Target="../slideLayouts/slideLayout68.xml"/><Relationship Id="rId77" Type="http://schemas.openxmlformats.org/officeDocument/2006/relationships/slideLayout" Target="../slideLayouts/slideLayout89.xml"/><Relationship Id="rId100" Type="http://schemas.openxmlformats.org/officeDocument/2006/relationships/slideLayout" Target="../slideLayouts/slideLayout112.xml"/><Relationship Id="rId105" Type="http://schemas.openxmlformats.org/officeDocument/2006/relationships/slideLayout" Target="../slideLayouts/slideLayout117.xml"/><Relationship Id="rId8" Type="http://schemas.openxmlformats.org/officeDocument/2006/relationships/slideLayout" Target="../slideLayouts/slideLayout20.xml"/><Relationship Id="rId51" Type="http://schemas.openxmlformats.org/officeDocument/2006/relationships/slideLayout" Target="../slideLayouts/slideLayout63.xml"/><Relationship Id="rId72" Type="http://schemas.openxmlformats.org/officeDocument/2006/relationships/slideLayout" Target="../slideLayouts/slideLayout84.xml"/><Relationship Id="rId93" Type="http://schemas.openxmlformats.org/officeDocument/2006/relationships/slideLayout" Target="../slideLayouts/slideLayout105.xml"/><Relationship Id="rId98" Type="http://schemas.openxmlformats.org/officeDocument/2006/relationships/slideLayout" Target="../slideLayouts/slideLayout110.xml"/><Relationship Id="rId3" Type="http://schemas.openxmlformats.org/officeDocument/2006/relationships/slideLayout" Target="../slideLayouts/slideLayout15.xml"/><Relationship Id="rId25" Type="http://schemas.openxmlformats.org/officeDocument/2006/relationships/slideLayout" Target="../slideLayouts/slideLayout37.xml"/><Relationship Id="rId46" Type="http://schemas.openxmlformats.org/officeDocument/2006/relationships/slideLayout" Target="../slideLayouts/slideLayout58.xml"/><Relationship Id="rId67" Type="http://schemas.openxmlformats.org/officeDocument/2006/relationships/slideLayout" Target="../slideLayouts/slideLayout79.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62" Type="http://schemas.openxmlformats.org/officeDocument/2006/relationships/slideLayout" Target="../slideLayouts/slideLayout74.xml"/><Relationship Id="rId83" Type="http://schemas.openxmlformats.org/officeDocument/2006/relationships/slideLayout" Target="../slideLayouts/slideLayout95.xml"/><Relationship Id="rId88" Type="http://schemas.openxmlformats.org/officeDocument/2006/relationships/slideLayout" Target="../slideLayouts/slideLayout100.xml"/><Relationship Id="rId111"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15/04/2026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
        <p:nvSpPr>
          <p:cNvPr id="9" name="TextBox 8">
            <a:extLst>
              <a:ext uri="{FF2B5EF4-FFF2-40B4-BE49-F238E27FC236}">
                <a16:creationId xmlns:a16="http://schemas.microsoft.com/office/drawing/2014/main" id="{166DEA7F-14AF-0BB0-520E-42C8A15F4597}"/>
              </a:ext>
            </a:extLst>
          </p:cNvPr>
          <p:cNvSpPr txBox="1"/>
          <p:nvPr>
            <p:extLst>
              <p:ext uri="{1162E1C5-73C7-4A58-AE30-91384D911F3F}">
                <p184:classification xmlns:p184="http://schemas.microsoft.com/office/powerpoint/2018/4/main" val="hdr"/>
              </p:ext>
            </p:extLst>
          </p:nvPr>
        </p:nvSpPr>
        <p:spPr>
          <a:xfrm>
            <a:off x="63500" y="63500"/>
            <a:ext cx="2709863" cy="152400"/>
          </a:xfrm>
          <a:prstGeom prst="rect">
            <a:avLst/>
          </a:prstGeom>
        </p:spPr>
        <p:txBody>
          <a:bodyPr horzOverflow="overflow" lIns="0" tIns="0" rIns="0" bIns="0">
            <a:spAutoFit/>
          </a:bodyPr>
          <a:lstStyle/>
          <a:p>
            <a:pPr algn="l"/>
            <a:r>
              <a:rPr lang="en-GB" sz="1000">
                <a:solidFill>
                  <a:srgbClr val="000000">
                    <a:alpha val="50000"/>
                  </a:srgbClr>
                </a:solidFill>
                <a:latin typeface="Aptos" panose="020B0004020202020204" pitchFamily="34" charset="0"/>
              </a:rPr>
              <a:t>Confidential - Oracle Restricted \Employees Only</a:t>
            </a:r>
          </a:p>
        </p:txBody>
      </p:sp>
      <p:sp>
        <p:nvSpPr>
          <p:cNvPr id="10" name="TextBox 9">
            <a:extLst>
              <a:ext uri="{FF2B5EF4-FFF2-40B4-BE49-F238E27FC236}">
                <a16:creationId xmlns:a16="http://schemas.microsoft.com/office/drawing/2014/main" id="{71DFDEA8-E871-D88F-1510-079D8C0BC01A}"/>
              </a:ext>
            </a:extLst>
          </p:cNvPr>
          <p:cNvSpPr txBox="1"/>
          <p:nvPr>
            <p:extLst>
              <p:ext uri="{1162E1C5-73C7-4A58-AE30-91384D911F3F}">
                <p184:classification xmlns:p184="http://schemas.microsoft.com/office/powerpoint/2018/4/main" val="ftr"/>
              </p:ext>
            </p:extLst>
          </p:nvPr>
        </p:nvSpPr>
        <p:spPr>
          <a:xfrm>
            <a:off x="63500" y="6642100"/>
            <a:ext cx="2709863" cy="152400"/>
          </a:xfrm>
          <a:prstGeom prst="rect">
            <a:avLst/>
          </a:prstGeom>
        </p:spPr>
        <p:txBody>
          <a:bodyPr horzOverflow="overflow" lIns="0" tIns="0" rIns="0" bIns="0">
            <a:spAutoFit/>
          </a:bodyPr>
          <a:lstStyle/>
          <a:p>
            <a:pPr algn="l"/>
            <a:r>
              <a:rPr lang="en-GB" sz="1000">
                <a:solidFill>
                  <a:srgbClr val="000000">
                    <a:alpha val="50000"/>
                  </a:srgbClr>
                </a:solidFill>
                <a:latin typeface="Aptos" panose="020B0004020202020204" pitchFamily="34" charset="0"/>
              </a:rPr>
              <a:t>Confidential - Oracle Restricted \Employees Only</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8B8580"/>
                </a:solidFill>
                <a:latin typeface="+mn-lt"/>
              </a:defRPr>
            </a:lvl1pPr>
          </a:lstStyle>
          <a:p>
            <a:fld id="{345D60D9-5372-5F40-9443-0F9AE5BDC3C8}" type="slidenum">
              <a:rPr lang="en-US" smtClean="0"/>
              <a:pPr/>
              <a:t>‹#›</a:t>
            </a:fld>
            <a:endParaRPr lang="en-US"/>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8B8580"/>
                </a:solidFill>
                <a:latin typeface="+mn-lt"/>
              </a:defRPr>
            </a:lvl1pPr>
          </a:lstStyle>
          <a:p>
            <a:r>
              <a:rPr lang="en-US"/>
              <a:t>Copyright © 2026, Oracle and/or its affiliates |  Confidential: Internal/Restricted/Highly Restricted</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8B8580"/>
                </a:solidFill>
                <a:latin typeface="+mn-lt"/>
              </a:defRPr>
            </a:lvl1pPr>
          </a:lstStyle>
          <a:p>
            <a:r>
              <a:rPr lang="en-US"/>
              <a:t>[Date]</a:t>
            </a:r>
          </a:p>
        </p:txBody>
      </p:sp>
      <p:pic>
        <p:nvPicPr>
          <p:cNvPr id="3" name="OTag" descr="A small square in Oracle Red with the Oracle logo in the center in white">
            <a:extLst>
              <a:ext uri="{FF2B5EF4-FFF2-40B4-BE49-F238E27FC236}">
                <a16:creationId xmlns:a16="http://schemas.microsoft.com/office/drawing/2014/main" id="{775A8D6B-AAED-949C-F702-A8E8C8F069BA}"/>
              </a:ext>
              <a:ext uri="{C183D7F6-B498-43B3-948B-1728B52AA6E4}">
                <adec:decorative xmlns:adec="http://schemas.microsoft.com/office/drawing/2017/decorative" val="0"/>
              </a:ext>
            </a:extLst>
          </p:cNvPr>
          <p:cNvPicPr>
            <a:picLocks noChangeAspect="1"/>
          </p:cNvPicPr>
          <p:nvPr userDrawn="1"/>
        </p:nvPicPr>
        <p:blipFill>
          <a:blip r:embed="rId114"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632300099"/>
      </p:ext>
    </p:extLst>
  </p:cSld>
  <p:clrMap bg1="lt1" tx1="dk1" bg2="lt2" tx2="dk2" accent1="accent1" accent2="accent2" accent3="accent3" accent4="accent4" accent5="accent5" accent6="accent6" hlink="hlink" folHlink="folHlink"/>
  <p:sldLayoutIdLst>
    <p:sldLayoutId id="2147483959" r:id="rId1"/>
    <p:sldLayoutId id="2147484217" r:id="rId2"/>
    <p:sldLayoutId id="2147484218" r:id="rId3"/>
    <p:sldLayoutId id="2147484253" r:id="rId4"/>
    <p:sldLayoutId id="2147484283" r:id="rId5"/>
    <p:sldLayoutId id="2147484265" r:id="rId6"/>
    <p:sldLayoutId id="2147484306" r:id="rId7"/>
    <p:sldLayoutId id="2147484260" r:id="rId8"/>
    <p:sldLayoutId id="2147484261" r:id="rId9"/>
    <p:sldLayoutId id="2147484262" r:id="rId10"/>
    <p:sldLayoutId id="2147484264" r:id="rId11"/>
    <p:sldLayoutId id="2147484263" r:id="rId12"/>
    <p:sldLayoutId id="2147484266" r:id="rId13"/>
    <p:sldLayoutId id="2147484295" r:id="rId14"/>
    <p:sldLayoutId id="2147484290" r:id="rId15"/>
    <p:sldLayoutId id="2147484292" r:id="rId16"/>
    <p:sldLayoutId id="2147484219" r:id="rId17"/>
    <p:sldLayoutId id="2147484220" r:id="rId18"/>
    <p:sldLayoutId id="2147484270" r:id="rId19"/>
    <p:sldLayoutId id="2147484307" r:id="rId20"/>
    <p:sldLayoutId id="2147484267" r:id="rId21"/>
    <p:sldLayoutId id="2147484268" r:id="rId22"/>
    <p:sldLayoutId id="2147484269" r:id="rId23"/>
    <p:sldLayoutId id="2147484272" r:id="rId24"/>
    <p:sldLayoutId id="2147484271" r:id="rId25"/>
    <p:sldLayoutId id="2147484273" r:id="rId26"/>
    <p:sldLayoutId id="2147484259" r:id="rId27"/>
    <p:sldLayoutId id="2147484313" r:id="rId28"/>
    <p:sldLayoutId id="2147484226" r:id="rId29"/>
    <p:sldLayoutId id="2147484003" r:id="rId30"/>
    <p:sldLayoutId id="2147484221" r:id="rId31"/>
    <p:sldLayoutId id="2147484222" r:id="rId32"/>
    <p:sldLayoutId id="2147484031" r:id="rId33"/>
    <p:sldLayoutId id="2147484030" r:id="rId34"/>
    <p:sldLayoutId id="2147483943" r:id="rId35"/>
    <p:sldLayoutId id="2147483763" r:id="rId36"/>
    <p:sldLayoutId id="2147484237" r:id="rId37"/>
    <p:sldLayoutId id="2147484093" r:id="rId38"/>
    <p:sldLayoutId id="2147484314" r:id="rId39"/>
    <p:sldLayoutId id="2147484315" r:id="rId40"/>
    <p:sldLayoutId id="2147484316" r:id="rId41"/>
    <p:sldLayoutId id="2147484317" r:id="rId42"/>
    <p:sldLayoutId id="2147484318" r:id="rId43"/>
    <p:sldLayoutId id="2147484255" r:id="rId44"/>
    <p:sldLayoutId id="2147484310" r:id="rId45"/>
    <p:sldLayoutId id="2147484311" r:id="rId46"/>
    <p:sldLayoutId id="2147484312" r:id="rId47"/>
    <p:sldLayoutId id="2147484250" r:id="rId48"/>
    <p:sldLayoutId id="2147484251" r:id="rId49"/>
    <p:sldLayoutId id="2147484044" r:id="rId50"/>
    <p:sldLayoutId id="2147484274" r:id="rId51"/>
    <p:sldLayoutId id="2147484045" r:id="rId52"/>
    <p:sldLayoutId id="2147484046" r:id="rId53"/>
    <p:sldLayoutId id="2147484047" r:id="rId54"/>
    <p:sldLayoutId id="2147484293" r:id="rId55"/>
    <p:sldLayoutId id="2147484294" r:id="rId56"/>
    <p:sldLayoutId id="2147484256" r:id="rId57"/>
    <p:sldLayoutId id="2147484319" r:id="rId58"/>
    <p:sldLayoutId id="2147483994" r:id="rId59"/>
    <p:sldLayoutId id="2147484069" r:id="rId60"/>
    <p:sldLayoutId id="2147484074" r:id="rId61"/>
    <p:sldLayoutId id="2147484075" r:id="rId62"/>
    <p:sldLayoutId id="2147483917" r:id="rId63"/>
    <p:sldLayoutId id="2147484286" r:id="rId64"/>
    <p:sldLayoutId id="2147484077" r:id="rId65"/>
    <p:sldLayoutId id="2147484078" r:id="rId66"/>
    <p:sldLayoutId id="2147483922" r:id="rId67"/>
    <p:sldLayoutId id="2147484079" r:id="rId68"/>
    <p:sldLayoutId id="2147484296" r:id="rId69"/>
    <p:sldLayoutId id="2147484297" r:id="rId70"/>
    <p:sldLayoutId id="2147484308" r:id="rId71"/>
    <p:sldLayoutId id="2147484309" r:id="rId72"/>
    <p:sldLayoutId id="2147484285" r:id="rId73"/>
    <p:sldLayoutId id="2147484284" r:id="rId74"/>
    <p:sldLayoutId id="2147484005" r:id="rId75"/>
    <p:sldLayoutId id="2147484006" r:id="rId76"/>
    <p:sldLayoutId id="2147484288" r:id="rId77"/>
    <p:sldLayoutId id="2147484289" r:id="rId78"/>
    <p:sldLayoutId id="2147484159" r:id="rId79"/>
    <p:sldLayoutId id="2147484157" r:id="rId80"/>
    <p:sldLayoutId id="2147484152" r:id="rId81"/>
    <p:sldLayoutId id="2147484155" r:id="rId82"/>
    <p:sldLayoutId id="2147484227" r:id="rId83"/>
    <p:sldLayoutId id="2147484228" r:id="rId84"/>
    <p:sldLayoutId id="2147484008" r:id="rId85"/>
    <p:sldLayoutId id="2147484254" r:id="rId86"/>
    <p:sldLayoutId id="2147484275" r:id="rId87"/>
    <p:sldLayoutId id="2147484276" r:id="rId88"/>
    <p:sldLayoutId id="2147484282" r:id="rId89"/>
    <p:sldLayoutId id="2147484258" r:id="rId90"/>
    <p:sldLayoutId id="2147484277" r:id="rId91"/>
    <p:sldLayoutId id="2147484252" r:id="rId92"/>
    <p:sldLayoutId id="2147484257" r:id="rId93"/>
    <p:sldLayoutId id="2147484320" r:id="rId94"/>
    <p:sldLayoutId id="2147484281" r:id="rId95"/>
    <p:sldLayoutId id="2147484298" r:id="rId96"/>
    <p:sldLayoutId id="2147484299" r:id="rId97"/>
    <p:sldLayoutId id="2147484302" r:id="rId98"/>
    <p:sldLayoutId id="2147484303" r:id="rId99"/>
    <p:sldLayoutId id="2147484304" r:id="rId100"/>
    <p:sldLayoutId id="2147484305" r:id="rId101"/>
    <p:sldLayoutId id="2147484321" r:id="rId102"/>
    <p:sldLayoutId id="2147484322" r:id="rId103"/>
    <p:sldLayoutId id="2147484323" r:id="rId104"/>
    <p:sldLayoutId id="2147484324" r:id="rId105"/>
    <p:sldLayoutId id="2147484325" r:id="rId106"/>
    <p:sldLayoutId id="2147484326" r:id="rId107"/>
    <p:sldLayoutId id="2147484327" r:id="rId108"/>
    <p:sldLayoutId id="2147484328" r:id="rId109"/>
    <p:sldLayoutId id="2147483744" r:id="rId110"/>
    <p:sldLayoutId id="2147483944" r:id="rId111"/>
    <p:sldLayoutId id="2147484287" r:id="rId11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600" b="0" i="0" kern="1200">
          <a:solidFill>
            <a:schemeClr val="tx1"/>
          </a:solidFill>
          <a:latin typeface="Oracle Sans Tab" panose="020B0503020204020204" pitchFamily="34" charset="0"/>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600" b="0" i="0" kern="1200">
          <a:solidFill>
            <a:schemeClr val="tx1"/>
          </a:solidFill>
          <a:latin typeface="Oracle Sans" panose="020B0503020204020204" pitchFamily="34" charset="0"/>
          <a:ea typeface="+mn-ea"/>
          <a:cs typeface="Oracle Sans" panose="020B0503020204020204" pitchFamily="34" charset="0"/>
        </a:defRPr>
      </a:lvl6pPr>
      <a:lvl7pPr marL="1280160" indent="-182880" algn="l" defTabSz="914400" rtl="0" eaLnBrk="1" latinLnBrk="0" hangingPunct="1">
        <a:lnSpc>
          <a:spcPct val="95000"/>
        </a:lnSpc>
        <a:spcBef>
          <a:spcPts val="400"/>
        </a:spcBef>
        <a:spcAft>
          <a:spcPts val="0"/>
        </a:spcAft>
        <a:buFont typeface="System Font Regular"/>
        <a:buChar char="-"/>
        <a:defRPr sz="1600" b="0" i="0" kern="1200">
          <a:solidFill>
            <a:schemeClr val="tx1"/>
          </a:solidFill>
          <a:latin typeface="Oracle Sans" panose="020B0503020204020204" pitchFamily="34" charset="0"/>
          <a:ea typeface="+mn-ea"/>
          <a:cs typeface="Oracle Sans" panose="020B0503020204020204" pitchFamily="34" charset="0"/>
        </a:defRPr>
      </a:lvl7pPr>
      <a:lvl8pPr marL="1604963" indent="-203200" algn="l" defTabSz="914400" rtl="0" eaLnBrk="1" latinLnBrk="0" hangingPunct="1">
        <a:lnSpc>
          <a:spcPct val="90000"/>
        </a:lnSpc>
        <a:spcBef>
          <a:spcPts val="500"/>
        </a:spcBef>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8pPr>
      <a:lvl9pPr marL="1889125" indent="-203200" algn="l" defTabSz="914400" rtl="0" eaLnBrk="1" latinLnBrk="0" hangingPunct="1">
        <a:lnSpc>
          <a:spcPct val="90000"/>
        </a:lnSpc>
        <a:spcBef>
          <a:spcPts val="500"/>
        </a:spcBef>
        <a:buFont typeface="System Font Regular"/>
        <a:buChar char="-"/>
        <a:tabLst/>
        <a:defRPr sz="1600" b="0" i="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1008" userDrawn="1">
          <p15:clr>
            <a:srgbClr val="5ACBF0"/>
          </p15:clr>
        </p15:guide>
        <p15:guide id="4" orient="horz" pos="3852" userDrawn="1">
          <p15:clr>
            <a:srgbClr val="F26B43"/>
          </p15:clr>
        </p15:guide>
        <p15:guide id="5" pos="480" userDrawn="1">
          <p15:clr>
            <a:srgbClr val="F26B43"/>
          </p15:clr>
        </p15:guide>
        <p15:guide id="6" orient="horz" pos="795" userDrawn="1">
          <p15:clr>
            <a:srgbClr val="F26B43"/>
          </p15:clr>
        </p15:guide>
        <p15:guide id="7" orient="horz" pos="590" userDrawn="1">
          <p15:clr>
            <a:srgbClr val="F26B43"/>
          </p15:clr>
        </p15:guide>
        <p15:guide id="8" pos="721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lvv.us-phoenix-1.oci.oraclecloud.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5.xml"/></Relationships>
</file>

<file path=ppt/slides/_rels/slide1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confluence.oraclecorp.com/confluence/display/INFDB/Suspected+Bad+Optical+Side+RX+Power"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65760" y="2011680"/>
            <a:ext cx="11463725" cy="1470025"/>
          </a:xfrm>
        </p:spPr>
        <p:txBody>
          <a:bodyPr/>
          <a:lstStyle/>
          <a:p>
            <a:r>
              <a:rPr lang="en-US"/>
              <a:t>LVV Portal Guideline - GFAB6</a:t>
            </a:r>
          </a:p>
        </p:txBody>
      </p:sp>
      <p:sp>
        <p:nvSpPr>
          <p:cNvPr id="7" name="Subtitle 6"/>
          <p:cNvSpPr>
            <a:spLocks noGrp="1"/>
          </p:cNvSpPr>
          <p:nvPr>
            <p:ph type="subTitle" idx="1"/>
          </p:nvPr>
        </p:nvSpPr>
        <p:spPr>
          <a:xfrm>
            <a:off x="365760" y="3657600"/>
            <a:ext cx="10562435" cy="914400"/>
          </a:xfrm>
        </p:spPr>
        <p:txBody>
          <a:bodyPr vert="horz" lIns="91440" tIns="45720" rIns="91440" bIns="45720" rtlCol="0" anchor="t">
            <a:noAutofit/>
          </a:bodyPr>
          <a:lstStyle/>
          <a:p>
            <a:r>
              <a:rPr lang="en-US" sz="1800" b="0" dirty="0"/>
              <a:t>Suraj </a:t>
            </a:r>
            <a:r>
              <a:rPr lang="en-US" sz="1800" b="0" dirty="0" err="1"/>
              <a:t>Pardule</a:t>
            </a:r>
            <a:br>
              <a:rPr lang="en-US" sz="1800" b="0" dirty="0"/>
            </a:br>
            <a:r>
              <a:rPr lang="en-US" sz="1800" b="0" dirty="0"/>
              <a:t>Udhay R</a:t>
            </a:r>
            <a:br>
              <a:rPr lang="en-US" sz="1800" b="0" dirty="0"/>
            </a:br>
            <a:r>
              <a:rPr lang="en-US" sz="1800" b="0" dirty="0"/>
              <a:t>Prashant Tripathi</a:t>
            </a:r>
            <a:br>
              <a:rPr lang="en-US" sz="2000" dirty="0"/>
            </a:br>
            <a:br>
              <a:rPr lang="en-US" sz="2000" dirty="0"/>
            </a:br>
            <a:endParaRPr lang="en-US" sz="2000" dirty="0"/>
          </a:p>
          <a:p>
            <a:r>
              <a:rPr lang="en-US" sz="1800"/>
              <a:t>March 2026</a:t>
            </a:r>
          </a:p>
        </p:txBody>
      </p:sp>
      <p:sp>
        <p:nvSpPr>
          <p:cNvPr id="4" name="Footer Placeholder 3"/>
          <p:cNvSpPr>
            <a:spLocks noGrp="1"/>
          </p:cNvSpPr>
          <p:nvPr>
            <p:ph type="ftr" sz="quarter" idx="15"/>
          </p:nvPr>
        </p:nvSpPr>
        <p:spPr>
          <a:xfrm>
            <a:off x="2257312" y="6422047"/>
            <a:ext cx="5745379" cy="365125"/>
          </a:xfrm>
        </p:spPr>
        <p:txBody>
          <a:bodyPr/>
          <a:lstStyle/>
          <a:p>
            <a:pPr>
              <a:defRPr/>
            </a:pPr>
            <a:r>
              <a:rPr lang="en-US">
                <a:solidFill>
                  <a:srgbClr val="FFFFFF"/>
                </a:solidFill>
              </a:rPr>
              <a:t>Confidential – Oracle Internal</a:t>
            </a:r>
          </a:p>
        </p:txBody>
      </p:sp>
      <p:sp>
        <p:nvSpPr>
          <p:cNvPr id="5" name="Slide Number Placeholder 4"/>
          <p:cNvSpPr>
            <a:spLocks noGrp="1"/>
          </p:cNvSpPr>
          <p:nvPr>
            <p:ph type="sldNum" sz="quarter" idx="4294967295"/>
          </p:nvPr>
        </p:nvSpPr>
        <p:spPr>
          <a:xfrm>
            <a:off x="11809413" y="6556376"/>
            <a:ext cx="381000" cy="182563"/>
          </a:xfrm>
        </p:spPr>
        <p:txBody>
          <a:bodyPr/>
          <a:lstStyle/>
          <a:p>
            <a:pPr>
              <a:defRPr/>
            </a:pPr>
            <a:fld id="{44AA030E-174F-4BCE-BE7C-290A7AA63B76}" type="slidenum">
              <a:rPr lang="en-US">
                <a:solidFill>
                  <a:srgbClr val="FFFFFF"/>
                </a:solidFill>
              </a:rPr>
              <a:pPr>
                <a:defRPr/>
              </a:pPr>
              <a:t>1</a:t>
            </a:fld>
            <a:endParaRPr lang="en-US">
              <a:solidFill>
                <a:srgbClr val="FFFFFF"/>
              </a:solidFill>
            </a:endParaRPr>
          </a:p>
        </p:txBody>
      </p:sp>
    </p:spTree>
    <p:extLst>
      <p:ext uri="{BB962C8B-B14F-4D97-AF65-F5344CB8AC3E}">
        <p14:creationId xmlns:p14="http://schemas.microsoft.com/office/powerpoint/2010/main" val="3275236905"/>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25314-D671-5A8B-46FC-12C7F38BCC33}"/>
              </a:ext>
            </a:extLst>
          </p:cNvPr>
          <p:cNvSpPr>
            <a:spLocks noGrp="1"/>
          </p:cNvSpPr>
          <p:nvPr>
            <p:ph type="title"/>
          </p:nvPr>
        </p:nvSpPr>
        <p:spPr/>
        <p:txBody>
          <a:bodyPr/>
          <a:lstStyle/>
          <a:p>
            <a:r>
              <a:rPr lang="en-GB"/>
              <a:t>Agenda</a:t>
            </a:r>
          </a:p>
        </p:txBody>
      </p:sp>
      <p:sp>
        <p:nvSpPr>
          <p:cNvPr id="3" name="Content Placeholder 2">
            <a:extLst>
              <a:ext uri="{FF2B5EF4-FFF2-40B4-BE49-F238E27FC236}">
                <a16:creationId xmlns:a16="http://schemas.microsoft.com/office/drawing/2014/main" id="{A1AB965F-2B7B-F6B6-0271-3DD483D6307F}"/>
              </a:ext>
            </a:extLst>
          </p:cNvPr>
          <p:cNvSpPr>
            <a:spLocks noGrp="1"/>
          </p:cNvSpPr>
          <p:nvPr>
            <p:ph idx="1"/>
          </p:nvPr>
        </p:nvSpPr>
        <p:spPr/>
        <p:txBody>
          <a:bodyPr vert="horz" lIns="91440" tIns="45720" rIns="91440" bIns="45720" rtlCol="0" anchor="t">
            <a:normAutofit lnSpcReduction="10000"/>
          </a:bodyPr>
          <a:lstStyle/>
          <a:p>
            <a:endParaRPr lang="en-GB"/>
          </a:p>
          <a:p>
            <a:r>
              <a:rPr lang="en-US" sz="2200">
                <a:ea typeface="+mn-lt"/>
                <a:cs typeface="+mn-lt"/>
              </a:rPr>
              <a:t>LVV Portal Overview</a:t>
            </a:r>
            <a:endParaRPr lang="en-GB">
              <a:ea typeface="+mn-lt"/>
              <a:cs typeface="+mn-lt"/>
            </a:endParaRPr>
          </a:p>
          <a:p>
            <a:r>
              <a:rPr lang="en-US" sz="2200">
                <a:ea typeface="+mn-lt"/>
                <a:cs typeface="+mn-lt"/>
              </a:rPr>
              <a:t>Interface Down Issue</a:t>
            </a:r>
            <a:endParaRPr lang="en-US"/>
          </a:p>
          <a:p>
            <a:r>
              <a:rPr lang="en-US" sz="2200">
                <a:ea typeface="+mn-lt"/>
                <a:cs typeface="+mn-lt"/>
              </a:rPr>
              <a:t>LLDP Mismatch Error</a:t>
            </a:r>
            <a:endParaRPr lang="en-US"/>
          </a:p>
          <a:p>
            <a:r>
              <a:rPr lang="en-US" sz="2200">
                <a:ea typeface="+mn-lt"/>
                <a:cs typeface="+mn-lt"/>
              </a:rPr>
              <a:t>Interface Optics Issue</a:t>
            </a:r>
            <a:endParaRPr lang="en-US"/>
          </a:p>
          <a:p>
            <a:r>
              <a:rPr lang="en-US" sz="2200">
                <a:ea typeface="+mn-lt"/>
                <a:cs typeface="+mn-lt"/>
              </a:rPr>
              <a:t>Interface FEC-BER Error</a:t>
            </a:r>
            <a:endParaRPr lang="en-US"/>
          </a:p>
          <a:p>
            <a:r>
              <a:rPr lang="en-US" sz="2200">
                <a:ea typeface="+mn-lt"/>
                <a:cs typeface="+mn-lt"/>
              </a:rPr>
              <a:t>Power Supply Down Issue</a:t>
            </a:r>
            <a:endParaRPr lang="en-US"/>
          </a:p>
          <a:p>
            <a:endParaRPr lang="en-US" sz="2200" dirty="0">
              <a:latin typeface="Aptos Display"/>
            </a:endParaRPr>
          </a:p>
          <a:p>
            <a:pPr marL="0" indent="0">
              <a:buNone/>
            </a:pPr>
            <a:endParaRPr lang="en-US" sz="1600" dirty="0">
              <a:latin typeface="Aptos Display"/>
            </a:endParaRPr>
          </a:p>
          <a:p>
            <a:pPr marL="0" indent="0">
              <a:buNone/>
            </a:pPr>
            <a:br>
              <a:rPr lang="en-US" sz="2200" dirty="0">
                <a:latin typeface="Aptos Display"/>
              </a:rPr>
            </a:br>
            <a:endParaRPr lang="en-US" sz="2200">
              <a:latin typeface="Aptos Display"/>
            </a:endParaRPr>
          </a:p>
        </p:txBody>
      </p:sp>
    </p:spTree>
    <p:extLst>
      <p:ext uri="{BB962C8B-B14F-4D97-AF65-F5344CB8AC3E}">
        <p14:creationId xmlns:p14="http://schemas.microsoft.com/office/powerpoint/2010/main" val="2727259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2A9E338-A641-1A16-965C-02BD5F37F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E7145-2336-8B67-EA02-5249F5F82E85}"/>
              </a:ext>
            </a:extLst>
          </p:cNvPr>
          <p:cNvSpPr>
            <a:spLocks noGrp="1"/>
          </p:cNvSpPr>
          <p:nvPr>
            <p:ph type="ctrTitle"/>
          </p:nvPr>
        </p:nvSpPr>
        <p:spPr>
          <a:xfrm>
            <a:off x="800048" y="2577103"/>
            <a:ext cx="6400800" cy="1280160"/>
          </a:xfrm>
        </p:spPr>
        <p:txBody>
          <a:bodyPr/>
          <a:lstStyle/>
          <a:p>
            <a:pPr>
              <a:lnSpc>
                <a:spcPct val="90000"/>
              </a:lnSpc>
              <a:spcBef>
                <a:spcPts val="1000"/>
              </a:spcBef>
            </a:pPr>
            <a:r>
              <a:rPr lang="en-US" dirty="0">
                <a:solidFill>
                  <a:srgbClr val="2A2F2F"/>
                </a:solidFill>
                <a:latin typeface="Oracle Sans Tab"/>
              </a:rPr>
              <a:t>LLV Portal Overview</a:t>
            </a:r>
            <a:endParaRPr lang="en-US"/>
          </a:p>
          <a:p>
            <a:pPr marL="285750" indent="-285750">
              <a:lnSpc>
                <a:spcPct val="90000"/>
              </a:lnSpc>
              <a:spcBef>
                <a:spcPts val="1000"/>
              </a:spcBef>
              <a:buFont typeface="Arial"/>
              <a:buChar char="•"/>
            </a:pPr>
            <a:endParaRPr lang="en-US">
              <a:latin typeface="Oracle Sans Tab"/>
            </a:endParaRPr>
          </a:p>
        </p:txBody>
      </p:sp>
      <p:sp>
        <p:nvSpPr>
          <p:cNvPr id="7" name="Slide Number Placeholder 6">
            <a:extLst>
              <a:ext uri="{FF2B5EF4-FFF2-40B4-BE49-F238E27FC236}">
                <a16:creationId xmlns:a16="http://schemas.microsoft.com/office/drawing/2014/main" id="{E4885158-D6CE-D841-F6E2-2A99D4283F9B}"/>
              </a:ext>
            </a:extLst>
          </p:cNvPr>
          <p:cNvSpPr>
            <a:spLocks noGrp="1"/>
          </p:cNvSpPr>
          <p:nvPr>
            <p:ph type="sldNum" sz="quarter" idx="12"/>
          </p:nvPr>
        </p:nvSpPr>
        <p:spPr>
          <a:xfrm>
            <a:off x="762000" y="6995117"/>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800" b="0" i="0" u="none" strike="noStrike" kern="1200" cap="none" spc="0" normalizeH="0" baseline="0" noProof="0" smtClean="0">
                <a:ln>
                  <a:noFill/>
                </a:ln>
                <a:no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noFill/>
              <a:effectLst/>
              <a:uLnTx/>
              <a:uFillTx/>
              <a:latin typeface="Oracle Sans Tab"/>
              <a:ea typeface="+mn-ea"/>
              <a:cs typeface="+mn-cs"/>
            </a:endParaRPr>
          </a:p>
        </p:txBody>
      </p:sp>
      <p:sp>
        <p:nvSpPr>
          <p:cNvPr id="6" name="Footer Placeholder 5">
            <a:extLst>
              <a:ext uri="{FF2B5EF4-FFF2-40B4-BE49-F238E27FC236}">
                <a16:creationId xmlns:a16="http://schemas.microsoft.com/office/drawing/2014/main" id="{6F318670-CDC5-17B4-895D-B8D87FCC1949}"/>
              </a:ext>
            </a:extLst>
          </p:cNvPr>
          <p:cNvSpPr>
            <a:spLocks noGrp="1"/>
          </p:cNvSpPr>
          <p:nvPr>
            <p:ph type="ftr" sz="quarter" idx="36"/>
          </p:nvPr>
        </p:nvSpPr>
        <p:spPr>
          <a:xfrm>
            <a:off x="1127759" y="6995435"/>
            <a:ext cx="57453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noFill/>
                <a:effectLst/>
                <a:uLnTx/>
                <a:uFillTx/>
                <a:latin typeface="Oracle Sans Tab"/>
                <a:ea typeface="+mn-ea"/>
                <a:cs typeface="+mn-cs"/>
              </a:rPr>
              <a:t>Copyright © 2026, Oracle and/or its affiliates |  Confidential: Internal/Restricted/Highly Restricted</a:t>
            </a:r>
          </a:p>
        </p:txBody>
      </p:sp>
    </p:spTree>
    <p:extLst>
      <p:ext uri="{BB962C8B-B14F-4D97-AF65-F5344CB8AC3E}">
        <p14:creationId xmlns:p14="http://schemas.microsoft.com/office/powerpoint/2010/main" val="36879356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C9469-ED5E-C101-32A9-EC325CBCC380}"/>
              </a:ext>
            </a:extLst>
          </p:cNvPr>
          <p:cNvSpPr>
            <a:spLocks noGrp="1"/>
          </p:cNvSpPr>
          <p:nvPr>
            <p:ph type="title"/>
          </p:nvPr>
        </p:nvSpPr>
        <p:spPr>
          <a:xfrm>
            <a:off x="851929" y="928043"/>
            <a:ext cx="10501871" cy="1641347"/>
          </a:xfrm>
        </p:spPr>
        <p:txBody>
          <a:bodyPr>
            <a:normAutofit fontScale="90000"/>
          </a:bodyPr>
          <a:lstStyle/>
          <a:p>
            <a:r>
              <a:rPr lang="en-GB" dirty="0"/>
              <a:t>LVV Portal Overview</a:t>
            </a:r>
            <a:br>
              <a:rPr lang="en-GB" dirty="0"/>
            </a:br>
            <a:br>
              <a:rPr lang="en-GB" dirty="0"/>
            </a:br>
            <a:r>
              <a:rPr lang="en-GB" sz="2000" dirty="0"/>
              <a:t>LVV Portal Link - </a:t>
            </a:r>
            <a:r>
              <a:rPr lang="en-GB" sz="2000" dirty="0">
                <a:solidFill>
                  <a:schemeClr val="tx2">
                    <a:lumMod val="49000"/>
                    <a:lumOff val="51000"/>
                  </a:schemeClr>
                </a:solidFill>
                <a:ea typeface="+mj-lt"/>
                <a:cs typeface="+mj-lt"/>
                <a:hlinkClick r:id="rId2">
                  <a:extLst>
                    <a:ext uri="{A12FA001-AC4F-418D-AE19-62706E023703}">
                      <ahyp:hlinkClr xmlns:ahyp="http://schemas.microsoft.com/office/drawing/2018/hyperlinkcolor" val="tx"/>
                    </a:ext>
                  </a:extLst>
                </a:hlinkClick>
              </a:rPr>
              <a:t>https://lvv.us-phoenix-1.oci.oraclecloud.com/</a:t>
            </a:r>
            <a:br>
              <a:rPr lang="en-GB" sz="2000" dirty="0">
                <a:solidFill>
                  <a:schemeClr val="tx2">
                    <a:lumMod val="49000"/>
                    <a:lumOff val="51000"/>
                  </a:schemeClr>
                </a:solidFill>
                <a:ea typeface="+mj-lt"/>
                <a:cs typeface="+mj-lt"/>
              </a:rPr>
            </a:br>
            <a:br>
              <a:rPr lang="en-GB" sz="2000" dirty="0">
                <a:solidFill>
                  <a:schemeClr val="tx2">
                    <a:lumMod val="49000"/>
                    <a:lumOff val="51000"/>
                  </a:schemeClr>
                </a:solidFill>
                <a:ea typeface="+mj-lt"/>
                <a:cs typeface="+mj-lt"/>
              </a:rPr>
            </a:br>
            <a:r>
              <a:rPr lang="en-GB" sz="1600" dirty="0">
                <a:ea typeface="+mj-lt"/>
                <a:cs typeface="+mj-lt"/>
              </a:rPr>
              <a:t>1. Select the expected region Example: (ap-sydney-a(SYD))</a:t>
            </a:r>
            <a:br>
              <a:rPr lang="en-GB" sz="1600" dirty="0"/>
            </a:br>
            <a:r>
              <a:rPr lang="en-GB" sz="1600" dirty="0">
                <a:ea typeface="+mj-lt"/>
                <a:cs typeface="+mj-lt"/>
              </a:rPr>
              <a:t>2. Select the building and </a:t>
            </a:r>
            <a:r>
              <a:rPr lang="en-GB" sz="1600" dirty="0" err="1">
                <a:ea typeface="+mj-lt"/>
                <a:cs typeface="+mj-lt"/>
              </a:rPr>
              <a:t>DataHall</a:t>
            </a:r>
            <a:r>
              <a:rPr lang="en-GB" sz="1600" dirty="0">
                <a:ea typeface="+mj-lt"/>
                <a:cs typeface="+mj-lt"/>
              </a:rPr>
              <a:t> Example: (SYD20.3)</a:t>
            </a:r>
            <a:br>
              <a:rPr lang="en-GB" sz="2000" dirty="0">
                <a:ea typeface="+mj-lt"/>
                <a:cs typeface="+mj-lt"/>
              </a:rPr>
            </a:br>
            <a:br>
              <a:rPr lang="en-GB" sz="2000" dirty="0"/>
            </a:br>
            <a:endParaRPr lang="en-GB" sz="2000">
              <a:solidFill>
                <a:schemeClr val="tx2">
                  <a:lumMod val="49000"/>
                  <a:lumOff val="51000"/>
                </a:schemeClr>
              </a:solidFill>
            </a:endParaRPr>
          </a:p>
        </p:txBody>
      </p:sp>
      <p:pic>
        <p:nvPicPr>
          <p:cNvPr id="10" name="Content Placeholder 9" descr="A screenshot of a project&#10;&#10;AI-generated content may be incorrect.">
            <a:extLst>
              <a:ext uri="{FF2B5EF4-FFF2-40B4-BE49-F238E27FC236}">
                <a16:creationId xmlns:a16="http://schemas.microsoft.com/office/drawing/2014/main" id="{15B3493F-270E-26F5-72EF-2F319F82476B}"/>
              </a:ext>
            </a:extLst>
          </p:cNvPr>
          <p:cNvPicPr>
            <a:picLocks noGrp="1" noChangeAspect="1"/>
          </p:cNvPicPr>
          <p:nvPr>
            <p:ph idx="1"/>
          </p:nvPr>
        </p:nvPicPr>
        <p:blipFill>
          <a:blip r:embed="rId3"/>
          <a:stretch>
            <a:fillRect/>
          </a:stretch>
        </p:blipFill>
        <p:spPr>
          <a:xfrm>
            <a:off x="1584695" y="2704326"/>
            <a:ext cx="9022607" cy="3822745"/>
          </a:xfrm>
          <a:prstGeom prst="rect">
            <a:avLst/>
          </a:prstGeom>
        </p:spPr>
      </p:pic>
      <p:sp>
        <p:nvSpPr>
          <p:cNvPr id="5" name="Arrow: Right 4">
            <a:extLst>
              <a:ext uri="{FF2B5EF4-FFF2-40B4-BE49-F238E27FC236}">
                <a16:creationId xmlns:a16="http://schemas.microsoft.com/office/drawing/2014/main" id="{F074CCE4-7550-37EA-99AA-7E2A2481C1A0}"/>
              </a:ext>
            </a:extLst>
          </p:cNvPr>
          <p:cNvSpPr/>
          <p:nvPr/>
        </p:nvSpPr>
        <p:spPr>
          <a:xfrm>
            <a:off x="6631459" y="2702010"/>
            <a:ext cx="964679" cy="354200"/>
          </a:xfrm>
          <a:prstGeom prst="right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100" dirty="0"/>
          </a:p>
        </p:txBody>
      </p:sp>
      <p:sp>
        <p:nvSpPr>
          <p:cNvPr id="6" name="Arrow: Right 5">
            <a:extLst>
              <a:ext uri="{FF2B5EF4-FFF2-40B4-BE49-F238E27FC236}">
                <a16:creationId xmlns:a16="http://schemas.microsoft.com/office/drawing/2014/main" id="{B8774A1C-86EA-EAA2-4811-D4D6F69A3AB1}"/>
              </a:ext>
            </a:extLst>
          </p:cNvPr>
          <p:cNvSpPr/>
          <p:nvPr/>
        </p:nvSpPr>
        <p:spPr>
          <a:xfrm>
            <a:off x="1098378" y="4802659"/>
            <a:ext cx="964679" cy="354200"/>
          </a:xfrm>
          <a:prstGeom prst="right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100" dirty="0"/>
          </a:p>
        </p:txBody>
      </p:sp>
    </p:spTree>
    <p:extLst>
      <p:ext uri="{BB962C8B-B14F-4D97-AF65-F5344CB8AC3E}">
        <p14:creationId xmlns:p14="http://schemas.microsoft.com/office/powerpoint/2010/main" val="691309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CC066-6020-1D3C-F0DB-6CB0CCB735C0}"/>
              </a:ext>
            </a:extLst>
          </p:cNvPr>
          <p:cNvSpPr>
            <a:spLocks noGrp="1"/>
          </p:cNvSpPr>
          <p:nvPr>
            <p:ph type="title"/>
          </p:nvPr>
        </p:nvSpPr>
        <p:spPr>
          <a:xfrm>
            <a:off x="838200" y="365125"/>
            <a:ext cx="10515600" cy="1723725"/>
          </a:xfrm>
        </p:spPr>
        <p:txBody>
          <a:bodyPr>
            <a:normAutofit/>
          </a:bodyPr>
          <a:lstStyle/>
          <a:p>
            <a:r>
              <a:rPr lang="en-GB" sz="4000"/>
              <a:t>LVV Portal Overview</a:t>
            </a:r>
            <a:br>
              <a:rPr lang="en-GB" sz="4000" dirty="0"/>
            </a:br>
            <a:br>
              <a:rPr lang="en-GB" sz="4000" dirty="0"/>
            </a:br>
            <a:r>
              <a:rPr lang="en-GB" sz="1600"/>
              <a:t>1. Select the expected Blocks OR search for the Rack number </a:t>
            </a:r>
            <a:br>
              <a:rPr lang="en-GB" sz="1600" dirty="0"/>
            </a:br>
            <a:r>
              <a:rPr lang="en-GB" sz="1600"/>
              <a:t>2. Select the Rack from list </a:t>
            </a:r>
            <a:endParaRPr lang="en-GB" sz="1600" dirty="0"/>
          </a:p>
        </p:txBody>
      </p:sp>
      <p:pic>
        <p:nvPicPr>
          <p:cNvPr id="4" name="Content Placeholder 3" descr="A screenshot of a computer&#10;&#10;AI-generated content may be incorrect.">
            <a:extLst>
              <a:ext uri="{FF2B5EF4-FFF2-40B4-BE49-F238E27FC236}">
                <a16:creationId xmlns:a16="http://schemas.microsoft.com/office/drawing/2014/main" id="{2D2A0EAB-DD16-59D3-0BC2-5ABA106A8818}"/>
              </a:ext>
            </a:extLst>
          </p:cNvPr>
          <p:cNvPicPr>
            <a:picLocks noGrp="1" noChangeAspect="1"/>
          </p:cNvPicPr>
          <p:nvPr>
            <p:ph idx="1"/>
          </p:nvPr>
        </p:nvPicPr>
        <p:blipFill>
          <a:blip r:embed="rId2"/>
          <a:stretch>
            <a:fillRect/>
          </a:stretch>
        </p:blipFill>
        <p:spPr>
          <a:xfrm>
            <a:off x="836208" y="2168187"/>
            <a:ext cx="6308225" cy="4351338"/>
          </a:xfrm>
          <a:prstGeom prst="rect">
            <a:avLst/>
          </a:prstGeom>
        </p:spPr>
      </p:pic>
      <p:sp>
        <p:nvSpPr>
          <p:cNvPr id="5" name="Arrow: Right 4">
            <a:extLst>
              <a:ext uri="{FF2B5EF4-FFF2-40B4-BE49-F238E27FC236}">
                <a16:creationId xmlns:a16="http://schemas.microsoft.com/office/drawing/2014/main" id="{4A62BD57-A4C3-9665-8C1E-25A92620188F}"/>
              </a:ext>
            </a:extLst>
          </p:cNvPr>
          <p:cNvSpPr/>
          <p:nvPr/>
        </p:nvSpPr>
        <p:spPr>
          <a:xfrm>
            <a:off x="837513" y="2640226"/>
            <a:ext cx="964679" cy="354200"/>
          </a:xfrm>
          <a:prstGeom prst="right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100" dirty="0"/>
          </a:p>
        </p:txBody>
      </p:sp>
      <p:sp>
        <p:nvSpPr>
          <p:cNvPr id="6" name="Arrow: Right 5">
            <a:extLst>
              <a:ext uri="{FF2B5EF4-FFF2-40B4-BE49-F238E27FC236}">
                <a16:creationId xmlns:a16="http://schemas.microsoft.com/office/drawing/2014/main" id="{4AF1B088-A2A5-3FF6-457E-F03B408050D5}"/>
              </a:ext>
            </a:extLst>
          </p:cNvPr>
          <p:cNvSpPr/>
          <p:nvPr/>
        </p:nvSpPr>
        <p:spPr>
          <a:xfrm>
            <a:off x="102972" y="4418226"/>
            <a:ext cx="964679" cy="354200"/>
          </a:xfrm>
          <a:prstGeom prst="right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100" dirty="0"/>
          </a:p>
        </p:txBody>
      </p:sp>
    </p:spTree>
    <p:extLst>
      <p:ext uri="{BB962C8B-B14F-4D97-AF65-F5344CB8AC3E}">
        <p14:creationId xmlns:p14="http://schemas.microsoft.com/office/powerpoint/2010/main" val="3390072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A3D75-7CF1-1521-9E86-C5B37B5B6B69}"/>
              </a:ext>
            </a:extLst>
          </p:cNvPr>
          <p:cNvSpPr>
            <a:spLocks noGrp="1"/>
          </p:cNvSpPr>
          <p:nvPr>
            <p:ph type="title"/>
          </p:nvPr>
        </p:nvSpPr>
        <p:spPr/>
        <p:txBody>
          <a:bodyPr/>
          <a:lstStyle/>
          <a:p>
            <a:r>
              <a:rPr lang="en-GB" sz="4000"/>
              <a:t>LVV Portal Overview</a:t>
            </a:r>
            <a:endParaRPr lang="en-US"/>
          </a:p>
        </p:txBody>
      </p:sp>
      <p:pic>
        <p:nvPicPr>
          <p:cNvPr id="3" name="Picture 2" descr="A screenshot of a computer&#10;&#10;AI-generated content may be incorrect.">
            <a:extLst>
              <a:ext uri="{FF2B5EF4-FFF2-40B4-BE49-F238E27FC236}">
                <a16:creationId xmlns:a16="http://schemas.microsoft.com/office/drawing/2014/main" id="{5DA5ADE4-A4E3-F4A3-F190-649CB0825004}"/>
              </a:ext>
            </a:extLst>
          </p:cNvPr>
          <p:cNvPicPr>
            <a:picLocks noChangeAspect="1"/>
          </p:cNvPicPr>
          <p:nvPr/>
        </p:nvPicPr>
        <p:blipFill>
          <a:blip r:embed="rId2"/>
          <a:stretch>
            <a:fillRect/>
          </a:stretch>
        </p:blipFill>
        <p:spPr>
          <a:xfrm>
            <a:off x="837619" y="1693256"/>
            <a:ext cx="9591894" cy="4559230"/>
          </a:xfrm>
          <a:prstGeom prst="rect">
            <a:avLst/>
          </a:prstGeom>
        </p:spPr>
      </p:pic>
      <p:sp>
        <p:nvSpPr>
          <p:cNvPr id="6" name="Content Placeholder 5">
            <a:extLst>
              <a:ext uri="{FF2B5EF4-FFF2-40B4-BE49-F238E27FC236}">
                <a16:creationId xmlns:a16="http://schemas.microsoft.com/office/drawing/2014/main" id="{56E4FD61-E9A5-1C6C-4E19-6BB1EFC1C83C}"/>
              </a:ext>
            </a:extLst>
          </p:cNvPr>
          <p:cNvSpPr>
            <a:spLocks noGrp="1"/>
          </p:cNvSpPr>
          <p:nvPr>
            <p:ph idx="1"/>
          </p:nvPr>
        </p:nvSpPr>
        <p:spPr/>
        <p:txBody>
          <a:bodyPr vert="horz" lIns="91440" tIns="45720" rIns="91440" bIns="45720" rtlCol="0" anchor="t">
            <a:normAutofit/>
          </a:bodyPr>
          <a:lstStyle/>
          <a:p>
            <a:endParaRPr lang="en-GB"/>
          </a:p>
          <a:p>
            <a:endParaRPr lang="en-GB"/>
          </a:p>
        </p:txBody>
      </p:sp>
    </p:spTree>
    <p:extLst>
      <p:ext uri="{BB962C8B-B14F-4D97-AF65-F5344CB8AC3E}">
        <p14:creationId xmlns:p14="http://schemas.microsoft.com/office/powerpoint/2010/main" val="3947414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83CC442-FE19-2B21-C295-5135A8BBA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462EA3-B9BF-E51B-CF81-320B49531A07}"/>
              </a:ext>
            </a:extLst>
          </p:cNvPr>
          <p:cNvSpPr>
            <a:spLocks noGrp="1"/>
          </p:cNvSpPr>
          <p:nvPr>
            <p:ph type="ctrTitle"/>
          </p:nvPr>
        </p:nvSpPr>
        <p:spPr>
          <a:xfrm>
            <a:off x="800048" y="2577103"/>
            <a:ext cx="6400800" cy="1280160"/>
          </a:xfrm>
        </p:spPr>
        <p:txBody>
          <a:bodyPr/>
          <a:lstStyle/>
          <a:p>
            <a:r>
              <a:rPr lang="en-US"/>
              <a:t>Interface Down issues</a:t>
            </a:r>
          </a:p>
        </p:txBody>
      </p:sp>
      <p:sp>
        <p:nvSpPr>
          <p:cNvPr id="7" name="Slide Number Placeholder 6">
            <a:extLst>
              <a:ext uri="{FF2B5EF4-FFF2-40B4-BE49-F238E27FC236}">
                <a16:creationId xmlns:a16="http://schemas.microsoft.com/office/drawing/2014/main" id="{C62424A2-A098-72E8-BB2E-43C3161E45A9}"/>
              </a:ext>
            </a:extLst>
          </p:cNvPr>
          <p:cNvSpPr>
            <a:spLocks noGrp="1"/>
          </p:cNvSpPr>
          <p:nvPr>
            <p:ph type="sldNum" sz="quarter" idx="12"/>
          </p:nvPr>
        </p:nvSpPr>
        <p:spPr>
          <a:xfrm>
            <a:off x="762000" y="6995117"/>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800" b="0" i="0" u="none" strike="noStrike" kern="1200" cap="none" spc="0" normalizeH="0" baseline="0" noProof="0" smtClean="0">
                <a:ln>
                  <a:noFill/>
                </a:ln>
                <a:no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noFill/>
              <a:effectLst/>
              <a:uLnTx/>
              <a:uFillTx/>
              <a:latin typeface="Oracle Sans Tab"/>
              <a:ea typeface="+mn-ea"/>
              <a:cs typeface="+mn-cs"/>
            </a:endParaRPr>
          </a:p>
        </p:txBody>
      </p:sp>
      <p:sp>
        <p:nvSpPr>
          <p:cNvPr id="6" name="Footer Placeholder 5">
            <a:extLst>
              <a:ext uri="{FF2B5EF4-FFF2-40B4-BE49-F238E27FC236}">
                <a16:creationId xmlns:a16="http://schemas.microsoft.com/office/drawing/2014/main" id="{1B288444-0037-BDBB-15D0-5942A6F71A24}"/>
              </a:ext>
            </a:extLst>
          </p:cNvPr>
          <p:cNvSpPr>
            <a:spLocks noGrp="1"/>
          </p:cNvSpPr>
          <p:nvPr>
            <p:ph type="ftr" sz="quarter" idx="36"/>
          </p:nvPr>
        </p:nvSpPr>
        <p:spPr>
          <a:xfrm>
            <a:off x="1127759" y="6995435"/>
            <a:ext cx="57453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noFill/>
                <a:effectLst/>
                <a:uLnTx/>
                <a:uFillTx/>
                <a:latin typeface="Oracle Sans Tab"/>
                <a:ea typeface="+mn-ea"/>
                <a:cs typeface="+mn-cs"/>
              </a:rPr>
              <a:t>Copyright © 2026, Oracle and/or its affiliates |  Confidential: Internal/Restricted/Highly Restricted</a:t>
            </a:r>
          </a:p>
        </p:txBody>
      </p:sp>
    </p:spTree>
    <p:extLst>
      <p:ext uri="{BB962C8B-B14F-4D97-AF65-F5344CB8AC3E}">
        <p14:creationId xmlns:p14="http://schemas.microsoft.com/office/powerpoint/2010/main" val="27847624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5EAB528-B3E4-0E90-5291-1351CC85B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6256B-035F-C3F6-37FA-22698658C5D1}"/>
              </a:ext>
            </a:extLst>
          </p:cNvPr>
          <p:cNvSpPr>
            <a:spLocks noGrp="1"/>
          </p:cNvSpPr>
          <p:nvPr>
            <p:ph type="title"/>
          </p:nvPr>
        </p:nvSpPr>
        <p:spPr>
          <a:xfrm>
            <a:off x="768875" y="182403"/>
            <a:ext cx="10671048" cy="822960"/>
          </a:xfrm>
        </p:spPr>
        <p:txBody>
          <a:bodyPr/>
          <a:lstStyle/>
          <a:p>
            <a:r>
              <a:rPr lang="en-US"/>
              <a:t>Interface down issue</a:t>
            </a:r>
          </a:p>
        </p:txBody>
      </p:sp>
      <p:sp>
        <p:nvSpPr>
          <p:cNvPr id="3" name="Content Placeholder 2">
            <a:extLst>
              <a:ext uri="{FF2B5EF4-FFF2-40B4-BE49-F238E27FC236}">
                <a16:creationId xmlns:a16="http://schemas.microsoft.com/office/drawing/2014/main" id="{9268B1A9-14B7-4E99-3140-267992EB46C4}"/>
              </a:ext>
            </a:extLst>
          </p:cNvPr>
          <p:cNvSpPr>
            <a:spLocks noGrp="1"/>
          </p:cNvSpPr>
          <p:nvPr>
            <p:ph sz="quarter" idx="14"/>
          </p:nvPr>
        </p:nvSpPr>
        <p:spPr>
          <a:xfrm>
            <a:off x="1127758" y="3938247"/>
            <a:ext cx="9005104" cy="2461272"/>
          </a:xfrm>
        </p:spPr>
        <p:txBody>
          <a:bodyPr vert="horz" lIns="0" tIns="0" rIns="0" bIns="0" rtlCol="0" anchor="t">
            <a:noAutofit/>
          </a:bodyPr>
          <a:lstStyle/>
          <a:p>
            <a:pPr marL="342900" indent="-342900">
              <a:buAutoNum type="arabicPeriod"/>
            </a:pPr>
            <a:endParaRPr lang="en-US" dirty="0"/>
          </a:p>
          <a:p>
            <a:pPr marL="342900" indent="-342900">
              <a:buAutoNum type="arabicPeriod"/>
            </a:pPr>
            <a:endParaRPr lang="en-US" dirty="0">
              <a:latin typeface="Oracle Sans Tab"/>
            </a:endParaRPr>
          </a:p>
          <a:p>
            <a:pPr marL="342900" indent="-342900">
              <a:buAutoNum type="arabicPeriod"/>
            </a:pPr>
            <a:endParaRPr lang="en-US" dirty="0"/>
          </a:p>
        </p:txBody>
      </p:sp>
      <p:sp>
        <p:nvSpPr>
          <p:cNvPr id="4" name="Slide Number Placeholder 3">
            <a:extLst>
              <a:ext uri="{FF2B5EF4-FFF2-40B4-BE49-F238E27FC236}">
                <a16:creationId xmlns:a16="http://schemas.microsoft.com/office/drawing/2014/main" id="{9986FD36-D6EE-24E4-CC13-43539B7697A4}"/>
              </a:ext>
            </a:extLst>
          </p:cNvPr>
          <p:cNvSpPr>
            <a:spLocks noGrp="1"/>
          </p:cNvSpPr>
          <p:nvPr>
            <p:ph type="sldNum" sz="quarter" idx="4"/>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800" b="0" i="0" u="none" strike="noStrike" kern="1200" cap="none" spc="0" normalizeH="0" baseline="0" noProof="0" smtClean="0">
                <a:ln>
                  <a:noFill/>
                </a:ln>
                <a:solidFill>
                  <a:srgbClr val="514C47"/>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514C47"/>
              </a:solidFill>
              <a:effectLst/>
              <a:uLnTx/>
              <a:uFillTx/>
              <a:latin typeface="Oracle Sans Tab"/>
              <a:ea typeface="+mn-ea"/>
              <a:cs typeface="+mn-cs"/>
            </a:endParaRPr>
          </a:p>
        </p:txBody>
      </p:sp>
      <p:sp>
        <p:nvSpPr>
          <p:cNvPr id="5" name="Footer Placeholder 4">
            <a:extLst>
              <a:ext uri="{FF2B5EF4-FFF2-40B4-BE49-F238E27FC236}">
                <a16:creationId xmlns:a16="http://schemas.microsoft.com/office/drawing/2014/main" id="{A6EB8510-6B6B-E6DA-FC2A-9C6A71977C88}"/>
              </a:ext>
            </a:extLst>
          </p:cNvPr>
          <p:cNvSpPr>
            <a:spLocks noGrp="1"/>
          </p:cNvSpPr>
          <p:nvPr>
            <p:ph type="ftr" sz="quarter" idx="3"/>
          </p:nvPr>
        </p:nvSpPr>
        <p:spPr>
          <a:xfrm>
            <a:off x="1127759" y="6423978"/>
            <a:ext cx="57453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14C47"/>
                </a:solidFill>
                <a:effectLst/>
                <a:uLnTx/>
                <a:uFillTx/>
                <a:latin typeface="Oracle Sans Tab"/>
                <a:ea typeface="+mn-ea"/>
                <a:cs typeface="+mn-cs"/>
              </a:rPr>
              <a:t>Copyright © 2026, Oracle and/or its affiliates |  Confidential: Internal/Restricted/Highly Restricted</a:t>
            </a:r>
          </a:p>
        </p:txBody>
      </p:sp>
      <p:pic>
        <p:nvPicPr>
          <p:cNvPr id="7" name="Picture 6">
            <a:extLst>
              <a:ext uri="{FF2B5EF4-FFF2-40B4-BE49-F238E27FC236}">
                <a16:creationId xmlns:a16="http://schemas.microsoft.com/office/drawing/2014/main" id="{83FCE973-A18A-E1B6-44A0-05E3D676DD0C}"/>
              </a:ext>
            </a:extLst>
          </p:cNvPr>
          <p:cNvPicPr>
            <a:picLocks noChangeAspect="1"/>
          </p:cNvPicPr>
          <p:nvPr/>
        </p:nvPicPr>
        <p:blipFill>
          <a:blip r:embed="rId2"/>
          <a:stretch>
            <a:fillRect/>
          </a:stretch>
        </p:blipFill>
        <p:spPr>
          <a:xfrm>
            <a:off x="764087" y="4391385"/>
            <a:ext cx="10133445" cy="894681"/>
          </a:xfrm>
          <a:prstGeom prst="rect">
            <a:avLst/>
          </a:prstGeom>
        </p:spPr>
      </p:pic>
      <p:pic>
        <p:nvPicPr>
          <p:cNvPr id="8" name="Picture 7">
            <a:extLst>
              <a:ext uri="{FF2B5EF4-FFF2-40B4-BE49-F238E27FC236}">
                <a16:creationId xmlns:a16="http://schemas.microsoft.com/office/drawing/2014/main" id="{ABE2EEC6-727D-B950-A27E-76A899B0512A}"/>
              </a:ext>
            </a:extLst>
          </p:cNvPr>
          <p:cNvPicPr>
            <a:picLocks noChangeAspect="1"/>
          </p:cNvPicPr>
          <p:nvPr/>
        </p:nvPicPr>
        <p:blipFill>
          <a:blip r:embed="rId3"/>
          <a:stretch>
            <a:fillRect/>
          </a:stretch>
        </p:blipFill>
        <p:spPr>
          <a:xfrm>
            <a:off x="642860" y="1350770"/>
            <a:ext cx="10375900" cy="2187638"/>
          </a:xfrm>
          <a:prstGeom prst="rect">
            <a:avLst/>
          </a:prstGeom>
        </p:spPr>
      </p:pic>
    </p:spTree>
    <p:extLst>
      <p:ext uri="{BB962C8B-B14F-4D97-AF65-F5344CB8AC3E}">
        <p14:creationId xmlns:p14="http://schemas.microsoft.com/office/powerpoint/2010/main" val="39021327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ED39F-5702-6362-E03C-1DC4B427C2DE}"/>
              </a:ext>
            </a:extLst>
          </p:cNvPr>
          <p:cNvSpPr>
            <a:spLocks noGrp="1"/>
          </p:cNvSpPr>
          <p:nvPr>
            <p:ph type="title"/>
          </p:nvPr>
        </p:nvSpPr>
        <p:spPr/>
        <p:txBody>
          <a:bodyPr/>
          <a:lstStyle/>
          <a:p>
            <a:r>
              <a:rPr lang="en-US" sz="1800">
                <a:latin typeface="Oracle Sans Tab"/>
              </a:rPr>
              <a:t>Steps to be performed to resolve this error.</a:t>
            </a:r>
            <a:br>
              <a:rPr lang="en-US" sz="1800" dirty="0">
                <a:latin typeface="Oracle Sans Tab"/>
              </a:rPr>
            </a:br>
            <a:endParaRPr lang="en-US">
              <a:latin typeface="Oracle Sans Tab"/>
            </a:endParaRPr>
          </a:p>
        </p:txBody>
      </p:sp>
      <p:sp>
        <p:nvSpPr>
          <p:cNvPr id="3" name="Content Placeholder 2">
            <a:extLst>
              <a:ext uri="{FF2B5EF4-FFF2-40B4-BE49-F238E27FC236}">
                <a16:creationId xmlns:a16="http://schemas.microsoft.com/office/drawing/2014/main" id="{20662918-4650-17C9-4AC9-E192FB0F376F}"/>
              </a:ext>
            </a:extLst>
          </p:cNvPr>
          <p:cNvSpPr>
            <a:spLocks noGrp="1"/>
          </p:cNvSpPr>
          <p:nvPr>
            <p:ph sz="quarter" idx="14"/>
          </p:nvPr>
        </p:nvSpPr>
        <p:spPr>
          <a:xfrm>
            <a:off x="657905" y="1292899"/>
            <a:ext cx="10894534" cy="5319472"/>
          </a:xfrm>
        </p:spPr>
        <p:txBody>
          <a:bodyPr vert="horz" lIns="0" tIns="0" rIns="0" bIns="0" rtlCol="0" anchor="t">
            <a:noAutofit/>
          </a:bodyPr>
          <a:lstStyle/>
          <a:p>
            <a:r>
              <a:rPr lang="en-GB" sz="1400" b="1">
                <a:latin typeface="Oracle Sans Tab"/>
              </a:rPr>
              <a:t>Verify Physical Connection</a:t>
            </a:r>
            <a:endParaRPr lang="en-US" sz="1400">
              <a:latin typeface="Oracle Sans Tab"/>
            </a:endParaRPr>
          </a:p>
          <a:p>
            <a:r>
              <a:rPr lang="en-GB" sz="1400">
                <a:latin typeface="Oracle Sans Tab"/>
              </a:rPr>
              <a:t>Inspect the physical connectivity and ensure the following:</a:t>
            </a:r>
            <a:endParaRPr lang="en-GB" sz="1400" dirty="0">
              <a:latin typeface="Oracle Sans Tab"/>
            </a:endParaRPr>
          </a:p>
          <a:p>
            <a:pPr marL="285750" indent="-285750">
              <a:buFont typeface="Arial"/>
              <a:buChar char="•"/>
            </a:pPr>
            <a:r>
              <a:rPr lang="en-GB" sz="1400" dirty="0">
                <a:latin typeface="Oracle Sans Tab"/>
              </a:rPr>
              <a:t>Confirm that the </a:t>
            </a:r>
            <a:r>
              <a:rPr lang="en-GB" sz="1400" b="1" dirty="0" err="1">
                <a:latin typeface="Oracle Sans Tab"/>
              </a:rPr>
              <a:t>fiber</a:t>
            </a:r>
            <a:r>
              <a:rPr lang="en-GB" sz="1400" b="1" dirty="0">
                <a:latin typeface="Oracle Sans Tab"/>
              </a:rPr>
              <a:t> or copper cable is properly connected</a:t>
            </a:r>
            <a:r>
              <a:rPr lang="en-GB" sz="1400" dirty="0">
                <a:latin typeface="Oracle Sans Tab"/>
              </a:rPr>
              <a:t>.</a:t>
            </a:r>
          </a:p>
          <a:p>
            <a:pPr marL="285750" indent="-285750">
              <a:buFont typeface="Arial"/>
              <a:buChar char="•"/>
            </a:pPr>
            <a:r>
              <a:rPr lang="en-GB" sz="1400">
                <a:latin typeface="Oracle Sans Tab"/>
              </a:rPr>
              <a:t>Ensure the </a:t>
            </a:r>
            <a:r>
              <a:rPr lang="en-GB" sz="1400" b="1">
                <a:latin typeface="Oracle Sans Tab"/>
              </a:rPr>
              <a:t>correct ports are patched</a:t>
            </a:r>
            <a:r>
              <a:rPr lang="en-GB" sz="1400">
                <a:latin typeface="Oracle Sans Tab"/>
              </a:rPr>
              <a:t> as per the design.</a:t>
            </a:r>
            <a:endParaRPr lang="en-GB" sz="1400" dirty="0">
              <a:latin typeface="Oracle Sans Tab"/>
            </a:endParaRPr>
          </a:p>
          <a:p>
            <a:pPr marL="285750" indent="-285750">
              <a:buFont typeface="Arial"/>
              <a:buChar char="•"/>
            </a:pPr>
            <a:r>
              <a:rPr lang="en-GB" sz="1400" dirty="0">
                <a:latin typeface="Oracle Sans Tab"/>
              </a:rPr>
              <a:t>Verify the </a:t>
            </a:r>
            <a:r>
              <a:rPr lang="en-GB" sz="1400" b="1" dirty="0">
                <a:latin typeface="Oracle Sans Tab"/>
              </a:rPr>
              <a:t>TX ↔ RX polarity</a:t>
            </a:r>
            <a:r>
              <a:rPr lang="en-GB" sz="1400" dirty="0">
                <a:latin typeface="Oracle Sans Tab"/>
              </a:rPr>
              <a:t> for </a:t>
            </a:r>
            <a:r>
              <a:rPr lang="en-GB" sz="1400" dirty="0" err="1">
                <a:latin typeface="Oracle Sans Tab"/>
              </a:rPr>
              <a:t>fiber</a:t>
            </a:r>
            <a:r>
              <a:rPr lang="en-GB" sz="1400" dirty="0">
                <a:latin typeface="Oracle Sans Tab"/>
              </a:rPr>
              <a:t> connections.</a:t>
            </a:r>
          </a:p>
          <a:p>
            <a:pPr marL="285750" indent="-285750">
              <a:buFont typeface="Arial"/>
              <a:buChar char="•"/>
            </a:pPr>
            <a:r>
              <a:rPr lang="en-GB" sz="1400" dirty="0">
                <a:latin typeface="Oracle Sans Tab"/>
              </a:rPr>
              <a:t>Inspect and clean </a:t>
            </a:r>
            <a:r>
              <a:rPr lang="en-GB" sz="1400" dirty="0" err="1">
                <a:latin typeface="Oracle Sans Tab"/>
              </a:rPr>
              <a:t>fiber</a:t>
            </a:r>
            <a:r>
              <a:rPr lang="en-GB" sz="1400" dirty="0">
                <a:latin typeface="Oracle Sans Tab"/>
              </a:rPr>
              <a:t> connectors</a:t>
            </a:r>
          </a:p>
          <a:p>
            <a:pPr marL="285750" indent="-285750">
              <a:buFont typeface="Arial"/>
              <a:buChar char="•"/>
            </a:pPr>
            <a:r>
              <a:rPr lang="en-GB" sz="1400">
                <a:latin typeface="Oracle Sans Tab"/>
              </a:rPr>
              <a:t>Inspect and clean optical transceiver</a:t>
            </a:r>
            <a:endParaRPr lang="en-GB" sz="1400" dirty="0">
              <a:latin typeface="Oracle Sans Tab"/>
            </a:endParaRPr>
          </a:p>
          <a:p>
            <a:r>
              <a:rPr lang="en-GB" sz="1400">
                <a:latin typeface="Oracle Sans Tab"/>
              </a:rPr>
              <a:t>If required:</a:t>
            </a:r>
          </a:p>
          <a:p>
            <a:pPr marL="285750" indent="-285750">
              <a:buFont typeface="Arial"/>
              <a:buChar char="•"/>
            </a:pPr>
            <a:r>
              <a:rPr lang="en-GB" sz="1400" b="1">
                <a:latin typeface="Oracle Sans Tab"/>
              </a:rPr>
              <a:t>Reseat the cable</a:t>
            </a:r>
            <a:r>
              <a:rPr lang="en-GB" sz="1400">
                <a:latin typeface="Oracle Sans Tab"/>
              </a:rPr>
              <a:t> to ensure a proper connection.</a:t>
            </a:r>
          </a:p>
          <a:p>
            <a:pPr marL="285750" indent="-285750">
              <a:buFont typeface="Arial"/>
              <a:buChar char="•"/>
            </a:pPr>
            <a:r>
              <a:rPr lang="en-GB" sz="1400" b="1">
                <a:latin typeface="Oracle Sans Tab"/>
              </a:rPr>
              <a:t>Replace the cable with a spare</a:t>
            </a:r>
            <a:r>
              <a:rPr lang="en-GB" sz="1400">
                <a:latin typeface="Oracle Sans Tab"/>
              </a:rPr>
              <a:t> to rule out any cable-related issues.</a:t>
            </a:r>
            <a:endParaRPr lang="en-GB" sz="1400" dirty="0">
              <a:latin typeface="Oracle Sans Tab"/>
            </a:endParaRPr>
          </a:p>
          <a:p>
            <a:endParaRPr lang="en-GB" sz="1400" dirty="0"/>
          </a:p>
          <a:p>
            <a:endParaRPr lang="en-GB" sz="1400" dirty="0"/>
          </a:p>
          <a:p>
            <a:endParaRPr lang="en-GB" sz="1400" b="1" dirty="0">
              <a:latin typeface="Oracle Sans Tab"/>
            </a:endParaRPr>
          </a:p>
          <a:p>
            <a:endParaRPr lang="en-GB" dirty="0"/>
          </a:p>
        </p:txBody>
      </p:sp>
      <p:sp>
        <p:nvSpPr>
          <p:cNvPr id="4" name="Slide Number Placeholder 3">
            <a:extLst>
              <a:ext uri="{FF2B5EF4-FFF2-40B4-BE49-F238E27FC236}">
                <a16:creationId xmlns:a16="http://schemas.microsoft.com/office/drawing/2014/main" id="{E778C643-A16A-620A-3D29-14352BF820ED}"/>
              </a:ext>
            </a:extLst>
          </p:cNvPr>
          <p:cNvSpPr>
            <a:spLocks noGrp="1"/>
          </p:cNvSpPr>
          <p:nvPr>
            <p:ph type="sldNum" sz="quarter" idx="4"/>
          </p:nvPr>
        </p:nvSpPr>
        <p:spPr/>
        <p:txBody>
          <a:bodyPr/>
          <a:lstStyle/>
          <a:p>
            <a:fld id="{345D60D9-5372-5F40-9443-0F9AE5BDC3C8}" type="slidenum">
              <a:rPr lang="en-US" smtClean="0"/>
              <a:pPr/>
              <a:t>9</a:t>
            </a:fld>
            <a:endParaRPr lang="en-US"/>
          </a:p>
        </p:txBody>
      </p:sp>
      <p:sp>
        <p:nvSpPr>
          <p:cNvPr id="5" name="Footer Placeholder 4">
            <a:extLst>
              <a:ext uri="{FF2B5EF4-FFF2-40B4-BE49-F238E27FC236}">
                <a16:creationId xmlns:a16="http://schemas.microsoft.com/office/drawing/2014/main" id="{415F9136-4C9B-B565-5A08-48B2279CF2A3}"/>
              </a:ext>
            </a:extLst>
          </p:cNvPr>
          <p:cNvSpPr>
            <a:spLocks noGrp="1"/>
          </p:cNvSpPr>
          <p:nvPr>
            <p:ph type="ftr" sz="quarter" idx="3"/>
          </p:nvPr>
        </p:nvSpPr>
        <p:spPr/>
        <p:txBody>
          <a:bodyPr/>
          <a:lstStyle/>
          <a:p>
            <a:r>
              <a:rPr lang="en-US"/>
              <a:t>Copyright © 2026, Oracle and/or its affiliates |  Confidential: Internal/Restricted/Highly Restricted</a:t>
            </a:r>
          </a:p>
        </p:txBody>
      </p:sp>
    </p:spTree>
    <p:extLst>
      <p:ext uri="{BB962C8B-B14F-4D97-AF65-F5344CB8AC3E}">
        <p14:creationId xmlns:p14="http://schemas.microsoft.com/office/powerpoint/2010/main" val="11905191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A8EED-2B77-343A-9567-D594276BC5B6}"/>
              </a:ext>
            </a:extLst>
          </p:cNvPr>
          <p:cNvSpPr>
            <a:spLocks noGrp="1"/>
          </p:cNvSpPr>
          <p:nvPr>
            <p:ph type="title"/>
          </p:nvPr>
        </p:nvSpPr>
        <p:spPr/>
        <p:txBody>
          <a:bodyPr/>
          <a:lstStyle/>
          <a:p>
            <a:r>
              <a:rPr lang="en-US" sz="1800"/>
              <a:t>Steps to be performed to resolve this error.</a:t>
            </a:r>
            <a:endParaRPr lang="en-GB" sz="1800" b="0">
              <a:solidFill>
                <a:srgbClr val="000000"/>
              </a:solidFill>
            </a:endParaRPr>
          </a:p>
          <a:p>
            <a:endParaRPr lang="en-GB" dirty="0"/>
          </a:p>
        </p:txBody>
      </p:sp>
      <p:sp>
        <p:nvSpPr>
          <p:cNvPr id="3" name="Content Placeholder 2">
            <a:extLst>
              <a:ext uri="{FF2B5EF4-FFF2-40B4-BE49-F238E27FC236}">
                <a16:creationId xmlns:a16="http://schemas.microsoft.com/office/drawing/2014/main" id="{B90B6A07-B46B-F539-C376-25DCF3C7E5E2}"/>
              </a:ext>
            </a:extLst>
          </p:cNvPr>
          <p:cNvSpPr>
            <a:spLocks noGrp="1"/>
          </p:cNvSpPr>
          <p:nvPr>
            <p:ph sz="quarter" idx="14"/>
          </p:nvPr>
        </p:nvSpPr>
        <p:spPr/>
        <p:txBody>
          <a:bodyPr vert="horz" lIns="0" tIns="0" rIns="0" bIns="0" rtlCol="0" anchor="t">
            <a:noAutofit/>
          </a:bodyPr>
          <a:lstStyle/>
          <a:p>
            <a:r>
              <a:rPr lang="en-GB" sz="1400" b="1"/>
              <a:t>Check Optics (SFP/QSFP)</a:t>
            </a:r>
            <a:endParaRPr lang="en-GB" sz="1400"/>
          </a:p>
          <a:p>
            <a:r>
              <a:rPr lang="en-GB" sz="1400"/>
              <a:t>Verify the status of the optic module and check for:</a:t>
            </a:r>
          </a:p>
          <a:p>
            <a:pPr marL="285750" indent="-285750">
              <a:buFont typeface="Arial,Sans-Serif"/>
              <a:buChar char="•"/>
            </a:pPr>
            <a:r>
              <a:rPr lang="en-GB" sz="1400" b="1"/>
              <a:t>Optic presence</a:t>
            </a:r>
            <a:endParaRPr lang="en-GB" sz="1400"/>
          </a:p>
          <a:p>
            <a:pPr marL="285750" indent="-285750">
              <a:buFont typeface="Arial,Sans-Serif"/>
              <a:buChar char="•"/>
            </a:pPr>
            <a:r>
              <a:rPr lang="en-GB" sz="1400" b="1"/>
              <a:t>Temperature alarms</a:t>
            </a:r>
            <a:endParaRPr lang="en-GB" sz="1400"/>
          </a:p>
          <a:p>
            <a:pPr marL="285750" indent="-285750">
              <a:buFont typeface="Arial,Sans-Serif"/>
              <a:buChar char="•"/>
            </a:pPr>
            <a:r>
              <a:rPr lang="en-GB" sz="1400" b="1"/>
              <a:t>RX/TX optical power levels</a:t>
            </a:r>
            <a:endParaRPr lang="en-GB" sz="1400"/>
          </a:p>
          <a:p>
            <a:pPr marL="285750" indent="-285750">
              <a:lnSpc>
                <a:spcPct val="90000"/>
              </a:lnSpc>
              <a:spcBef>
                <a:spcPts val="1000"/>
              </a:spcBef>
              <a:buFont typeface="Arial"/>
              <a:buChar char="•"/>
            </a:pPr>
            <a:r>
              <a:rPr lang="en-GB" sz="1400" dirty="0">
                <a:solidFill>
                  <a:srgbClr val="000000"/>
                </a:solidFill>
                <a:latin typeface="Aptos"/>
              </a:rPr>
              <a:t>Inspect and clean </a:t>
            </a:r>
            <a:r>
              <a:rPr lang="en-GB" sz="1400" dirty="0" err="1">
                <a:solidFill>
                  <a:srgbClr val="000000"/>
                </a:solidFill>
                <a:latin typeface="Aptos"/>
              </a:rPr>
              <a:t>fiber</a:t>
            </a:r>
            <a:r>
              <a:rPr lang="en-GB" sz="1400" dirty="0">
                <a:solidFill>
                  <a:srgbClr val="000000"/>
                </a:solidFill>
                <a:latin typeface="Aptos"/>
              </a:rPr>
              <a:t> connectors</a:t>
            </a:r>
          </a:p>
          <a:p>
            <a:pPr marL="285750" indent="-285750">
              <a:lnSpc>
                <a:spcPct val="90000"/>
              </a:lnSpc>
              <a:spcBef>
                <a:spcPts val="1000"/>
              </a:spcBef>
              <a:buFont typeface="Arial"/>
              <a:buChar char="•"/>
            </a:pPr>
            <a:r>
              <a:rPr lang="en-GB" sz="1400">
                <a:solidFill>
                  <a:srgbClr val="000000"/>
                </a:solidFill>
                <a:latin typeface="Aptos"/>
              </a:rPr>
              <a:t>Inspect and clean optical transceiver</a:t>
            </a:r>
          </a:p>
          <a:p>
            <a:r>
              <a:rPr lang="en-GB" sz="1400"/>
              <a:t>If necessary:</a:t>
            </a:r>
            <a:br>
              <a:rPr lang="en-GB" sz="1400" dirty="0"/>
            </a:br>
            <a:r>
              <a:rPr lang="en-GB" sz="1400"/>
              <a:t> Inspect and clean optical transceiver</a:t>
            </a:r>
          </a:p>
          <a:p>
            <a:pPr marL="285750" indent="-285750">
              <a:buFont typeface="Arial,Sans-Serif"/>
              <a:buChar char="•"/>
            </a:pPr>
            <a:r>
              <a:rPr lang="en-GB" sz="1400" b="1"/>
              <a:t>Reseat the optic module</a:t>
            </a:r>
            <a:r>
              <a:rPr lang="en-GB" sz="1400"/>
              <a:t>.</a:t>
            </a:r>
          </a:p>
          <a:p>
            <a:pPr marL="285750" indent="-285750">
              <a:buFont typeface="Arial,Sans-Serif"/>
              <a:buChar char="•"/>
            </a:pPr>
            <a:r>
              <a:rPr lang="en-GB" sz="1400" b="1" dirty="0">
                <a:latin typeface="Oracle Sans Tab"/>
              </a:rPr>
              <a:t>Replace it with a spare optic</a:t>
            </a:r>
            <a:r>
              <a:rPr lang="en-GB" sz="1400" dirty="0">
                <a:latin typeface="Oracle Sans Tab"/>
              </a:rPr>
              <a:t> to eliminate potential hardware issues. </a:t>
            </a:r>
          </a:p>
          <a:p>
            <a:pPr marL="285750" indent="-285750">
              <a:buFont typeface="Arial,Sans-Serif"/>
              <a:buChar char="•"/>
            </a:pPr>
            <a:endParaRPr lang="en-GB" sz="1400" b="1" dirty="0">
              <a:latin typeface="Oracle Sans Tab"/>
            </a:endParaRPr>
          </a:p>
          <a:p>
            <a:pPr marL="285750" indent="-285750">
              <a:buFont typeface="Arial"/>
              <a:buChar char="•"/>
            </a:pPr>
            <a:r>
              <a:rPr lang="en-GB" sz="1400" b="1" dirty="0">
                <a:latin typeface="Oracle Sans Tab"/>
              </a:rPr>
              <a:t>Escalation Metric</a:t>
            </a:r>
            <a:r>
              <a:rPr lang="en-GB" sz="1400" dirty="0">
                <a:latin typeface="Oracle Sans Tab"/>
              </a:rPr>
              <a:t>: </a:t>
            </a:r>
            <a:br>
              <a:rPr lang="en-GB" sz="1400" dirty="0">
                <a:latin typeface="Oracle Sans Tab"/>
              </a:rPr>
            </a:br>
            <a:r>
              <a:rPr lang="en-GB" sz="1400" dirty="0">
                <a:solidFill>
                  <a:srgbClr val="000000"/>
                </a:solidFill>
                <a:latin typeface="Aptos"/>
              </a:rPr>
              <a:t>Even after LVV has completed all troubleshooting steps, if the issue still persists, please reach out to the CNE-AI2ND team for further investigation from the switch side.</a:t>
            </a:r>
          </a:p>
          <a:p>
            <a:br>
              <a:rPr lang="en-GB" sz="1400" dirty="0">
                <a:latin typeface="Oracle Sans Tab"/>
              </a:rPr>
            </a:br>
            <a:endParaRPr lang="en-GB" sz="1400" dirty="0">
              <a:latin typeface="Oracle Sans Tab"/>
            </a:endParaRPr>
          </a:p>
        </p:txBody>
      </p:sp>
      <p:sp>
        <p:nvSpPr>
          <p:cNvPr id="4" name="Slide Number Placeholder 3">
            <a:extLst>
              <a:ext uri="{FF2B5EF4-FFF2-40B4-BE49-F238E27FC236}">
                <a16:creationId xmlns:a16="http://schemas.microsoft.com/office/drawing/2014/main" id="{A7E0B1C2-6EEF-4FFE-E5AA-3C10E06E974B}"/>
              </a:ext>
            </a:extLst>
          </p:cNvPr>
          <p:cNvSpPr>
            <a:spLocks noGrp="1"/>
          </p:cNvSpPr>
          <p:nvPr>
            <p:ph type="sldNum" sz="quarter" idx="4"/>
          </p:nvPr>
        </p:nvSpPr>
        <p:spPr/>
        <p:txBody>
          <a:bodyPr/>
          <a:lstStyle/>
          <a:p>
            <a:fld id="{345D60D9-5372-5F40-9443-0F9AE5BDC3C8}" type="slidenum">
              <a:rPr lang="en-US" smtClean="0"/>
              <a:pPr/>
              <a:t>10</a:t>
            </a:fld>
            <a:endParaRPr lang="en-US"/>
          </a:p>
        </p:txBody>
      </p:sp>
      <p:sp>
        <p:nvSpPr>
          <p:cNvPr id="5" name="Footer Placeholder 4">
            <a:extLst>
              <a:ext uri="{FF2B5EF4-FFF2-40B4-BE49-F238E27FC236}">
                <a16:creationId xmlns:a16="http://schemas.microsoft.com/office/drawing/2014/main" id="{FC748985-B474-3800-8B20-0659AA0A1EF6}"/>
              </a:ext>
            </a:extLst>
          </p:cNvPr>
          <p:cNvSpPr>
            <a:spLocks noGrp="1"/>
          </p:cNvSpPr>
          <p:nvPr>
            <p:ph type="ftr" sz="quarter" idx="3"/>
          </p:nvPr>
        </p:nvSpPr>
        <p:spPr/>
        <p:txBody>
          <a:bodyPr/>
          <a:lstStyle/>
          <a:p>
            <a:r>
              <a:rPr lang="en-US"/>
              <a:t>Copyright © 2026, Oracle and/or its affiliates |  Confidential: Internal/Restricted/Highly Restricted</a:t>
            </a:r>
          </a:p>
        </p:txBody>
      </p:sp>
    </p:spTree>
    <p:extLst>
      <p:ext uri="{BB962C8B-B14F-4D97-AF65-F5344CB8AC3E}">
        <p14:creationId xmlns:p14="http://schemas.microsoft.com/office/powerpoint/2010/main" val="36371329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F9F405B-A891-E945-6BE0-2AA64FB8C4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AAFA0-38C1-76A4-78EB-0FF449F37EEC}"/>
              </a:ext>
            </a:extLst>
          </p:cNvPr>
          <p:cNvSpPr>
            <a:spLocks noGrp="1"/>
          </p:cNvSpPr>
          <p:nvPr>
            <p:ph type="ctrTitle"/>
          </p:nvPr>
        </p:nvSpPr>
        <p:spPr>
          <a:xfrm>
            <a:off x="800048" y="2577103"/>
            <a:ext cx="6400800" cy="1280160"/>
          </a:xfrm>
        </p:spPr>
        <p:txBody>
          <a:bodyPr/>
          <a:lstStyle/>
          <a:p>
            <a:r>
              <a:rPr lang="en-US">
                <a:latin typeface="Oracle Sans Tab"/>
              </a:rPr>
              <a:t>LLDP Mismatch Error</a:t>
            </a:r>
            <a:endParaRPr lang="en-US"/>
          </a:p>
        </p:txBody>
      </p:sp>
      <p:sp>
        <p:nvSpPr>
          <p:cNvPr id="7" name="Slide Number Placeholder 6">
            <a:extLst>
              <a:ext uri="{FF2B5EF4-FFF2-40B4-BE49-F238E27FC236}">
                <a16:creationId xmlns:a16="http://schemas.microsoft.com/office/drawing/2014/main" id="{FBCBA6F3-600D-1A87-9D7D-392588B764A5}"/>
              </a:ext>
            </a:extLst>
          </p:cNvPr>
          <p:cNvSpPr>
            <a:spLocks noGrp="1"/>
          </p:cNvSpPr>
          <p:nvPr>
            <p:ph type="sldNum" sz="quarter" idx="12"/>
          </p:nvPr>
        </p:nvSpPr>
        <p:spPr>
          <a:xfrm>
            <a:off x="762000" y="6995117"/>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800" b="0" i="0" u="none" strike="noStrike" kern="1200" cap="none" spc="0" normalizeH="0" baseline="0" noProof="0" smtClean="0">
                <a:ln>
                  <a:noFill/>
                </a:ln>
                <a:no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noFill/>
              <a:effectLst/>
              <a:uLnTx/>
              <a:uFillTx/>
              <a:latin typeface="Oracle Sans Tab"/>
              <a:ea typeface="+mn-ea"/>
              <a:cs typeface="+mn-cs"/>
            </a:endParaRPr>
          </a:p>
        </p:txBody>
      </p:sp>
      <p:sp>
        <p:nvSpPr>
          <p:cNvPr id="6" name="Footer Placeholder 5">
            <a:extLst>
              <a:ext uri="{FF2B5EF4-FFF2-40B4-BE49-F238E27FC236}">
                <a16:creationId xmlns:a16="http://schemas.microsoft.com/office/drawing/2014/main" id="{F5C88D74-F71D-362B-2946-DA71A4F6BBA6}"/>
              </a:ext>
            </a:extLst>
          </p:cNvPr>
          <p:cNvSpPr>
            <a:spLocks noGrp="1"/>
          </p:cNvSpPr>
          <p:nvPr>
            <p:ph type="ftr" sz="quarter" idx="36"/>
          </p:nvPr>
        </p:nvSpPr>
        <p:spPr>
          <a:xfrm>
            <a:off x="1127759" y="6995435"/>
            <a:ext cx="57453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noFill/>
                <a:effectLst/>
                <a:uLnTx/>
                <a:uFillTx/>
                <a:latin typeface="Oracle Sans Tab"/>
                <a:ea typeface="+mn-ea"/>
                <a:cs typeface="+mn-cs"/>
              </a:rPr>
              <a:t>Copyright © 2026, Oracle and/or its affiliates |  Confidential: Internal/Restricted/Highly Restricted</a:t>
            </a:r>
          </a:p>
        </p:txBody>
      </p:sp>
    </p:spTree>
    <p:extLst>
      <p:ext uri="{BB962C8B-B14F-4D97-AF65-F5344CB8AC3E}">
        <p14:creationId xmlns:p14="http://schemas.microsoft.com/office/powerpoint/2010/main" val="1010953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000479-5174-13F9-CAA6-B2A4AFAEE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1F0A2-1E5C-57A7-A61B-CD5A295D0C00}"/>
              </a:ext>
            </a:extLst>
          </p:cNvPr>
          <p:cNvSpPr>
            <a:spLocks noGrp="1"/>
          </p:cNvSpPr>
          <p:nvPr>
            <p:ph type="title"/>
          </p:nvPr>
        </p:nvSpPr>
        <p:spPr>
          <a:xfrm>
            <a:off x="768875" y="182403"/>
            <a:ext cx="10671048" cy="822960"/>
          </a:xfrm>
        </p:spPr>
        <p:txBody>
          <a:bodyPr/>
          <a:lstStyle/>
          <a:p>
            <a:r>
              <a:rPr lang="en-US" sz="2000">
                <a:latin typeface="Oracle Sans Tab"/>
              </a:rPr>
              <a:t>LLDP Mismatch Error</a:t>
            </a:r>
            <a:endParaRPr lang="en-US" sz="1600"/>
          </a:p>
        </p:txBody>
      </p:sp>
      <p:sp>
        <p:nvSpPr>
          <p:cNvPr id="4" name="Slide Number Placeholder 3">
            <a:extLst>
              <a:ext uri="{FF2B5EF4-FFF2-40B4-BE49-F238E27FC236}">
                <a16:creationId xmlns:a16="http://schemas.microsoft.com/office/drawing/2014/main" id="{162E9D42-0976-BFF6-9F62-66724ED865A7}"/>
              </a:ext>
            </a:extLst>
          </p:cNvPr>
          <p:cNvSpPr>
            <a:spLocks noGrp="1"/>
          </p:cNvSpPr>
          <p:nvPr>
            <p:ph type="sldNum" sz="quarter" idx="4"/>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800" b="0" i="0" u="none" strike="noStrike" kern="1200" cap="none" spc="0" normalizeH="0" baseline="0" noProof="0" smtClean="0">
                <a:ln>
                  <a:noFill/>
                </a:ln>
                <a:solidFill>
                  <a:srgbClr val="514C47"/>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514C47"/>
              </a:solidFill>
              <a:effectLst/>
              <a:uLnTx/>
              <a:uFillTx/>
              <a:latin typeface="Oracle Sans Tab"/>
              <a:ea typeface="+mn-ea"/>
              <a:cs typeface="+mn-cs"/>
            </a:endParaRPr>
          </a:p>
        </p:txBody>
      </p:sp>
      <p:sp>
        <p:nvSpPr>
          <p:cNvPr id="5" name="Footer Placeholder 4">
            <a:extLst>
              <a:ext uri="{FF2B5EF4-FFF2-40B4-BE49-F238E27FC236}">
                <a16:creationId xmlns:a16="http://schemas.microsoft.com/office/drawing/2014/main" id="{E5A19996-6995-3DAD-D443-623085070BF8}"/>
              </a:ext>
            </a:extLst>
          </p:cNvPr>
          <p:cNvSpPr>
            <a:spLocks noGrp="1"/>
          </p:cNvSpPr>
          <p:nvPr>
            <p:ph type="ftr" sz="quarter" idx="3"/>
          </p:nvPr>
        </p:nvSpPr>
        <p:spPr>
          <a:xfrm>
            <a:off x="1127759" y="6423978"/>
            <a:ext cx="57453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14C47"/>
                </a:solidFill>
                <a:effectLst/>
                <a:uLnTx/>
                <a:uFillTx/>
                <a:latin typeface="Oracle Sans Tab"/>
                <a:ea typeface="+mn-ea"/>
                <a:cs typeface="+mn-cs"/>
              </a:rPr>
              <a:t>Copyright © 2026, Oracle and/or its affiliates |  Confidential: Internal/Restricted/Highly Restricted</a:t>
            </a:r>
          </a:p>
        </p:txBody>
      </p:sp>
      <p:pic>
        <p:nvPicPr>
          <p:cNvPr id="6" name="Picture 5">
            <a:extLst>
              <a:ext uri="{FF2B5EF4-FFF2-40B4-BE49-F238E27FC236}">
                <a16:creationId xmlns:a16="http://schemas.microsoft.com/office/drawing/2014/main" id="{627C78B2-CE36-F711-8FDF-5B6D6B595D70}"/>
              </a:ext>
            </a:extLst>
          </p:cNvPr>
          <p:cNvPicPr>
            <a:picLocks noChangeAspect="1"/>
          </p:cNvPicPr>
          <p:nvPr/>
        </p:nvPicPr>
        <p:blipFill>
          <a:blip r:embed="rId2"/>
          <a:stretch>
            <a:fillRect/>
          </a:stretch>
        </p:blipFill>
        <p:spPr>
          <a:xfrm>
            <a:off x="762000" y="1456257"/>
            <a:ext cx="10546080" cy="365760"/>
          </a:xfrm>
          <a:prstGeom prst="rect">
            <a:avLst/>
          </a:prstGeom>
        </p:spPr>
      </p:pic>
      <p:pic>
        <p:nvPicPr>
          <p:cNvPr id="7" name="Picture 6">
            <a:extLst>
              <a:ext uri="{FF2B5EF4-FFF2-40B4-BE49-F238E27FC236}">
                <a16:creationId xmlns:a16="http://schemas.microsoft.com/office/drawing/2014/main" id="{AC2CE8D3-DA86-6BF9-F056-A1D0D568ED84}"/>
              </a:ext>
            </a:extLst>
          </p:cNvPr>
          <p:cNvPicPr>
            <a:picLocks noChangeAspect="1"/>
          </p:cNvPicPr>
          <p:nvPr/>
        </p:nvPicPr>
        <p:blipFill>
          <a:blip r:embed="rId3"/>
          <a:stretch>
            <a:fillRect/>
          </a:stretch>
        </p:blipFill>
        <p:spPr>
          <a:xfrm>
            <a:off x="771698" y="3663157"/>
            <a:ext cx="7772400" cy="1075496"/>
          </a:xfrm>
          <a:prstGeom prst="rect">
            <a:avLst/>
          </a:prstGeom>
        </p:spPr>
      </p:pic>
      <p:sp>
        <p:nvSpPr>
          <p:cNvPr id="8" name="Arrow: Left 5">
            <a:extLst>
              <a:ext uri="{FF2B5EF4-FFF2-40B4-BE49-F238E27FC236}">
                <a16:creationId xmlns:a16="http://schemas.microsoft.com/office/drawing/2014/main" id="{4E779150-4437-7CE4-B42A-BD575F699C4D}"/>
              </a:ext>
            </a:extLst>
          </p:cNvPr>
          <p:cNvSpPr/>
          <p:nvPr/>
        </p:nvSpPr>
        <p:spPr>
          <a:xfrm>
            <a:off x="5718845" y="1457366"/>
            <a:ext cx="633127" cy="25841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296A9ECF-E9C6-A596-23C1-133D305BA8F5}"/>
              </a:ext>
            </a:extLst>
          </p:cNvPr>
          <p:cNvSpPr txBox="1"/>
          <p:nvPr/>
        </p:nvSpPr>
        <p:spPr>
          <a:xfrm>
            <a:off x="6346200" y="1471157"/>
            <a:ext cx="2002508" cy="230832"/>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t>Expand the tab to view error</a:t>
            </a:r>
          </a:p>
        </p:txBody>
      </p:sp>
      <p:sp>
        <p:nvSpPr>
          <p:cNvPr id="10" name="Arrow: Left 5">
            <a:extLst>
              <a:ext uri="{FF2B5EF4-FFF2-40B4-BE49-F238E27FC236}">
                <a16:creationId xmlns:a16="http://schemas.microsoft.com/office/drawing/2014/main" id="{9956D395-F6D7-8C7D-F87B-D9D6A43C66F3}"/>
              </a:ext>
            </a:extLst>
          </p:cNvPr>
          <p:cNvSpPr/>
          <p:nvPr/>
        </p:nvSpPr>
        <p:spPr>
          <a:xfrm>
            <a:off x="8541709" y="4304249"/>
            <a:ext cx="633127" cy="25841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831FF9EA-026D-7D70-404E-636F80764A33}"/>
              </a:ext>
            </a:extLst>
          </p:cNvPr>
          <p:cNvSpPr txBox="1"/>
          <p:nvPr/>
        </p:nvSpPr>
        <p:spPr>
          <a:xfrm>
            <a:off x="9169063" y="4329585"/>
            <a:ext cx="2002508" cy="230832"/>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t>Choose LLDP</a:t>
            </a:r>
          </a:p>
        </p:txBody>
      </p:sp>
    </p:spTree>
    <p:extLst>
      <p:ext uri="{BB962C8B-B14F-4D97-AF65-F5344CB8AC3E}">
        <p14:creationId xmlns:p14="http://schemas.microsoft.com/office/powerpoint/2010/main" val="14775115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DFC73E7-E70D-B969-AD99-CFF46B750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D9A769-4052-E03A-3134-062ECE347033}"/>
              </a:ext>
            </a:extLst>
          </p:cNvPr>
          <p:cNvSpPr>
            <a:spLocks noGrp="1"/>
          </p:cNvSpPr>
          <p:nvPr>
            <p:ph type="title"/>
          </p:nvPr>
        </p:nvSpPr>
        <p:spPr>
          <a:xfrm>
            <a:off x="768875" y="182403"/>
            <a:ext cx="10671048" cy="822960"/>
          </a:xfrm>
        </p:spPr>
        <p:txBody>
          <a:bodyPr/>
          <a:lstStyle/>
          <a:p>
            <a:r>
              <a:rPr lang="en-US" sz="2000">
                <a:latin typeface="Oracle Sans Tab"/>
              </a:rPr>
              <a:t>LLDP Mismatch Error</a:t>
            </a:r>
            <a:endParaRPr lang="en-US"/>
          </a:p>
        </p:txBody>
      </p:sp>
      <p:sp>
        <p:nvSpPr>
          <p:cNvPr id="4" name="Slide Number Placeholder 3">
            <a:extLst>
              <a:ext uri="{FF2B5EF4-FFF2-40B4-BE49-F238E27FC236}">
                <a16:creationId xmlns:a16="http://schemas.microsoft.com/office/drawing/2014/main" id="{6C697EBC-41A0-2BFF-700C-87C8CFA41C87}"/>
              </a:ext>
            </a:extLst>
          </p:cNvPr>
          <p:cNvSpPr>
            <a:spLocks noGrp="1"/>
          </p:cNvSpPr>
          <p:nvPr>
            <p:ph type="sldNum" sz="quarter" idx="4"/>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800" b="0" i="0" u="none" strike="noStrike" kern="1200" cap="none" spc="0" normalizeH="0" baseline="0" noProof="0" smtClean="0">
                <a:ln>
                  <a:noFill/>
                </a:ln>
                <a:solidFill>
                  <a:srgbClr val="514C47"/>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514C47"/>
              </a:solidFill>
              <a:effectLst/>
              <a:uLnTx/>
              <a:uFillTx/>
              <a:latin typeface="Oracle Sans Tab"/>
              <a:ea typeface="+mn-ea"/>
              <a:cs typeface="+mn-cs"/>
            </a:endParaRPr>
          </a:p>
        </p:txBody>
      </p:sp>
      <p:sp>
        <p:nvSpPr>
          <p:cNvPr id="5" name="Footer Placeholder 4">
            <a:extLst>
              <a:ext uri="{FF2B5EF4-FFF2-40B4-BE49-F238E27FC236}">
                <a16:creationId xmlns:a16="http://schemas.microsoft.com/office/drawing/2014/main" id="{0D024936-25BE-B433-2853-3A5540BEF3EB}"/>
              </a:ext>
            </a:extLst>
          </p:cNvPr>
          <p:cNvSpPr>
            <a:spLocks noGrp="1"/>
          </p:cNvSpPr>
          <p:nvPr>
            <p:ph type="ftr" sz="quarter" idx="3"/>
          </p:nvPr>
        </p:nvSpPr>
        <p:spPr>
          <a:xfrm>
            <a:off x="1127759" y="6423978"/>
            <a:ext cx="57453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14C47"/>
                </a:solidFill>
                <a:effectLst/>
                <a:uLnTx/>
                <a:uFillTx/>
                <a:latin typeface="Oracle Sans Tab"/>
                <a:ea typeface="+mn-ea"/>
                <a:cs typeface="+mn-cs"/>
              </a:rPr>
              <a:t>Copyright © 2026, Oracle and/or its affiliates |  Confidential: Internal/Restricted/Highly Restricted</a:t>
            </a:r>
          </a:p>
        </p:txBody>
      </p:sp>
      <p:pic>
        <p:nvPicPr>
          <p:cNvPr id="3" name="Picture 2">
            <a:extLst>
              <a:ext uri="{FF2B5EF4-FFF2-40B4-BE49-F238E27FC236}">
                <a16:creationId xmlns:a16="http://schemas.microsoft.com/office/drawing/2014/main" id="{86A048E2-DD36-C828-A843-B1016C098AE3}"/>
              </a:ext>
            </a:extLst>
          </p:cNvPr>
          <p:cNvPicPr>
            <a:picLocks noChangeAspect="1"/>
          </p:cNvPicPr>
          <p:nvPr/>
        </p:nvPicPr>
        <p:blipFill>
          <a:blip r:embed="rId2"/>
          <a:stretch>
            <a:fillRect/>
          </a:stretch>
        </p:blipFill>
        <p:spPr>
          <a:xfrm>
            <a:off x="922599" y="1264224"/>
            <a:ext cx="10346801" cy="912953"/>
          </a:xfrm>
          <a:prstGeom prst="rect">
            <a:avLst/>
          </a:prstGeom>
        </p:spPr>
      </p:pic>
      <p:sp>
        <p:nvSpPr>
          <p:cNvPr id="12" name="Up Arrow 11">
            <a:extLst>
              <a:ext uri="{FF2B5EF4-FFF2-40B4-BE49-F238E27FC236}">
                <a16:creationId xmlns:a16="http://schemas.microsoft.com/office/drawing/2014/main" id="{C63BF3C4-96FE-9B22-9D8F-BC3969204078}"/>
              </a:ext>
            </a:extLst>
          </p:cNvPr>
          <p:cNvSpPr/>
          <p:nvPr/>
        </p:nvSpPr>
        <p:spPr>
          <a:xfrm>
            <a:off x="1097525" y="2177177"/>
            <a:ext cx="461939" cy="585227"/>
          </a:xfrm>
          <a:prstGeom prst="upArrow">
            <a:avLst/>
          </a:prstGeom>
          <a:solidFill>
            <a:srgbClr val="FFD6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1</a:t>
            </a:r>
          </a:p>
        </p:txBody>
      </p:sp>
      <p:sp>
        <p:nvSpPr>
          <p:cNvPr id="13" name="Up Arrow 12">
            <a:extLst>
              <a:ext uri="{FF2B5EF4-FFF2-40B4-BE49-F238E27FC236}">
                <a16:creationId xmlns:a16="http://schemas.microsoft.com/office/drawing/2014/main" id="{31F698E0-DB23-57F7-26D1-61F69670CAE7}"/>
              </a:ext>
            </a:extLst>
          </p:cNvPr>
          <p:cNvSpPr/>
          <p:nvPr/>
        </p:nvSpPr>
        <p:spPr>
          <a:xfrm>
            <a:off x="5273241" y="2154103"/>
            <a:ext cx="461939" cy="585227"/>
          </a:xfrm>
          <a:prstGeom prst="upArrow">
            <a:avLst/>
          </a:prstGeom>
          <a:solidFill>
            <a:srgbClr val="FFD6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5</a:t>
            </a:r>
          </a:p>
        </p:txBody>
      </p:sp>
      <p:sp>
        <p:nvSpPr>
          <p:cNvPr id="14" name="Up Arrow 13">
            <a:extLst>
              <a:ext uri="{FF2B5EF4-FFF2-40B4-BE49-F238E27FC236}">
                <a16:creationId xmlns:a16="http://schemas.microsoft.com/office/drawing/2014/main" id="{B369C833-8A2F-7D83-C354-B79786481032}"/>
              </a:ext>
            </a:extLst>
          </p:cNvPr>
          <p:cNvSpPr/>
          <p:nvPr/>
        </p:nvSpPr>
        <p:spPr>
          <a:xfrm>
            <a:off x="6483438" y="2178313"/>
            <a:ext cx="461939" cy="585227"/>
          </a:xfrm>
          <a:prstGeom prst="upArrow">
            <a:avLst/>
          </a:prstGeom>
          <a:solidFill>
            <a:srgbClr val="FFD6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6</a:t>
            </a:r>
          </a:p>
        </p:txBody>
      </p:sp>
      <p:sp>
        <p:nvSpPr>
          <p:cNvPr id="15" name="Up Arrow 14">
            <a:extLst>
              <a:ext uri="{FF2B5EF4-FFF2-40B4-BE49-F238E27FC236}">
                <a16:creationId xmlns:a16="http://schemas.microsoft.com/office/drawing/2014/main" id="{352264AB-9650-A624-61B1-D3D6B84A717E}"/>
              </a:ext>
            </a:extLst>
          </p:cNvPr>
          <p:cNvSpPr/>
          <p:nvPr/>
        </p:nvSpPr>
        <p:spPr>
          <a:xfrm>
            <a:off x="7351120" y="2177177"/>
            <a:ext cx="461939" cy="585227"/>
          </a:xfrm>
          <a:prstGeom prst="upArrow">
            <a:avLst/>
          </a:prstGeom>
          <a:solidFill>
            <a:srgbClr val="FFD6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7</a:t>
            </a:r>
          </a:p>
        </p:txBody>
      </p:sp>
      <p:sp>
        <p:nvSpPr>
          <p:cNvPr id="16" name="Up Arrow 15">
            <a:extLst>
              <a:ext uri="{FF2B5EF4-FFF2-40B4-BE49-F238E27FC236}">
                <a16:creationId xmlns:a16="http://schemas.microsoft.com/office/drawing/2014/main" id="{3EE042B8-9669-7932-9013-9C32630A94E3}"/>
              </a:ext>
            </a:extLst>
          </p:cNvPr>
          <p:cNvSpPr/>
          <p:nvPr/>
        </p:nvSpPr>
        <p:spPr>
          <a:xfrm>
            <a:off x="8624544" y="2164541"/>
            <a:ext cx="461939" cy="585227"/>
          </a:xfrm>
          <a:prstGeom prst="upArrow">
            <a:avLst/>
          </a:prstGeom>
          <a:solidFill>
            <a:srgbClr val="FFD6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8</a:t>
            </a:r>
          </a:p>
        </p:txBody>
      </p:sp>
      <p:sp>
        <p:nvSpPr>
          <p:cNvPr id="17" name="Up Arrow 16">
            <a:extLst>
              <a:ext uri="{FF2B5EF4-FFF2-40B4-BE49-F238E27FC236}">
                <a16:creationId xmlns:a16="http://schemas.microsoft.com/office/drawing/2014/main" id="{22DCE2B1-3097-3CCA-35EA-41D402FA17DB}"/>
              </a:ext>
            </a:extLst>
          </p:cNvPr>
          <p:cNvSpPr/>
          <p:nvPr/>
        </p:nvSpPr>
        <p:spPr>
          <a:xfrm>
            <a:off x="9852719" y="2177177"/>
            <a:ext cx="461939" cy="585227"/>
          </a:xfrm>
          <a:prstGeom prst="upArrow">
            <a:avLst/>
          </a:prstGeom>
          <a:solidFill>
            <a:srgbClr val="FFD6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a:t>
            </a:r>
          </a:p>
        </p:txBody>
      </p:sp>
      <p:sp>
        <p:nvSpPr>
          <p:cNvPr id="18" name="Up Arrow 17">
            <a:extLst>
              <a:ext uri="{FF2B5EF4-FFF2-40B4-BE49-F238E27FC236}">
                <a16:creationId xmlns:a16="http://schemas.microsoft.com/office/drawing/2014/main" id="{C6CCADED-6AA5-31DF-EC28-9200560EB6E4}"/>
              </a:ext>
            </a:extLst>
          </p:cNvPr>
          <p:cNvSpPr/>
          <p:nvPr/>
        </p:nvSpPr>
        <p:spPr>
          <a:xfrm>
            <a:off x="10619457" y="2151904"/>
            <a:ext cx="735307" cy="610500"/>
          </a:xfrm>
          <a:prstGeom prst="upArrow">
            <a:avLst/>
          </a:prstGeom>
          <a:solidFill>
            <a:srgbClr val="FFD6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10</a:t>
            </a:r>
          </a:p>
        </p:txBody>
      </p:sp>
      <p:sp>
        <p:nvSpPr>
          <p:cNvPr id="19" name="Up Arrow 18">
            <a:extLst>
              <a:ext uri="{FF2B5EF4-FFF2-40B4-BE49-F238E27FC236}">
                <a16:creationId xmlns:a16="http://schemas.microsoft.com/office/drawing/2014/main" id="{3160FA0B-B8C3-D3A0-4064-4E36F550F04D}"/>
              </a:ext>
            </a:extLst>
          </p:cNvPr>
          <p:cNvSpPr/>
          <p:nvPr/>
        </p:nvSpPr>
        <p:spPr>
          <a:xfrm>
            <a:off x="2456028" y="2143423"/>
            <a:ext cx="461939" cy="585227"/>
          </a:xfrm>
          <a:prstGeom prst="upArrow">
            <a:avLst/>
          </a:prstGeom>
          <a:solidFill>
            <a:srgbClr val="FFD6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2</a:t>
            </a:r>
          </a:p>
        </p:txBody>
      </p:sp>
      <p:sp>
        <p:nvSpPr>
          <p:cNvPr id="20" name="Up Arrow 19">
            <a:extLst>
              <a:ext uri="{FF2B5EF4-FFF2-40B4-BE49-F238E27FC236}">
                <a16:creationId xmlns:a16="http://schemas.microsoft.com/office/drawing/2014/main" id="{F43F4853-5B11-0DEA-FF8D-670D11409BF5}"/>
              </a:ext>
            </a:extLst>
          </p:cNvPr>
          <p:cNvSpPr/>
          <p:nvPr/>
        </p:nvSpPr>
        <p:spPr>
          <a:xfrm>
            <a:off x="4214735" y="2154088"/>
            <a:ext cx="461939" cy="563899"/>
          </a:xfrm>
          <a:prstGeom prst="upArrow">
            <a:avLst/>
          </a:prstGeom>
          <a:solidFill>
            <a:srgbClr val="FFD6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4</a:t>
            </a:r>
          </a:p>
        </p:txBody>
      </p:sp>
      <p:sp>
        <p:nvSpPr>
          <p:cNvPr id="21" name="Up Arrow 20">
            <a:extLst>
              <a:ext uri="{FF2B5EF4-FFF2-40B4-BE49-F238E27FC236}">
                <a16:creationId xmlns:a16="http://schemas.microsoft.com/office/drawing/2014/main" id="{09A26FC3-391D-6C5B-CA37-37EC6A98CCE5}"/>
              </a:ext>
            </a:extLst>
          </p:cNvPr>
          <p:cNvSpPr/>
          <p:nvPr/>
        </p:nvSpPr>
        <p:spPr>
          <a:xfrm>
            <a:off x="3267513" y="2169985"/>
            <a:ext cx="461939" cy="585227"/>
          </a:xfrm>
          <a:prstGeom prst="upArrow">
            <a:avLst/>
          </a:prstGeom>
          <a:solidFill>
            <a:srgbClr val="FFD6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3</a:t>
            </a:r>
          </a:p>
        </p:txBody>
      </p:sp>
      <p:sp>
        <p:nvSpPr>
          <p:cNvPr id="22" name="TextBox 21">
            <a:extLst>
              <a:ext uri="{FF2B5EF4-FFF2-40B4-BE49-F238E27FC236}">
                <a16:creationId xmlns:a16="http://schemas.microsoft.com/office/drawing/2014/main" id="{7688389C-1911-C805-A5DB-5FB6C8C84F11}"/>
              </a:ext>
            </a:extLst>
          </p:cNvPr>
          <p:cNvSpPr txBox="1"/>
          <p:nvPr/>
        </p:nvSpPr>
        <p:spPr>
          <a:xfrm>
            <a:off x="1045097" y="3323718"/>
            <a:ext cx="10285552" cy="2723823"/>
          </a:xfrm>
          <a:prstGeom prst="rect">
            <a:avLst/>
          </a:prstGeom>
          <a:noFill/>
        </p:spPr>
        <p:txBody>
          <a:bodyPr wrap="square" lIns="91440" tIns="45720" rIns="91440" bIns="45720" rtlCol="0" anchor="t">
            <a:spAutoFit/>
          </a:bodyPr>
          <a:lstStyle/>
          <a:p>
            <a:pPr>
              <a:buFont typeface="Arial"/>
              <a:buChar char="•"/>
            </a:pPr>
            <a:r>
              <a:rPr lang="en-US" sz="1500" b="1">
                <a:ea typeface="+mn-lt"/>
                <a:cs typeface="+mn-lt"/>
              </a:rPr>
              <a:t>Device A Rack:</a:t>
            </a:r>
            <a:r>
              <a:rPr lang="en-US" sz="1500">
                <a:ea typeface="+mn-lt"/>
                <a:cs typeface="+mn-lt"/>
              </a:rPr>
              <a:t> Rack number and elevation of the source device.</a:t>
            </a:r>
            <a:endParaRPr lang="en-US" sz="1500"/>
          </a:p>
          <a:p>
            <a:pPr>
              <a:buFont typeface="Arial"/>
              <a:buChar char="•"/>
            </a:pPr>
            <a:r>
              <a:rPr lang="en-US" sz="1500" b="1">
                <a:ea typeface="+mn-lt"/>
                <a:cs typeface="+mn-lt"/>
              </a:rPr>
              <a:t>Device A Name:</a:t>
            </a:r>
            <a:r>
              <a:rPr lang="en-US" sz="1500">
                <a:ea typeface="+mn-lt"/>
                <a:cs typeface="+mn-lt"/>
              </a:rPr>
              <a:t> Name of the source device.</a:t>
            </a:r>
            <a:endParaRPr lang="en-US" sz="1500"/>
          </a:p>
          <a:p>
            <a:pPr>
              <a:buFont typeface="Arial"/>
              <a:buChar char="•"/>
            </a:pPr>
            <a:r>
              <a:rPr lang="en-US" sz="1500" b="1">
                <a:ea typeface="+mn-lt"/>
                <a:cs typeface="+mn-lt"/>
              </a:rPr>
              <a:t>Device A Port:</a:t>
            </a:r>
            <a:r>
              <a:rPr lang="en-US" sz="1500">
                <a:ea typeface="+mn-lt"/>
                <a:cs typeface="+mn-lt"/>
              </a:rPr>
              <a:t> Port on the source device.</a:t>
            </a:r>
            <a:endParaRPr lang="en-US" sz="1500"/>
          </a:p>
          <a:p>
            <a:pPr>
              <a:buFont typeface="Arial"/>
              <a:buChar char="•"/>
            </a:pPr>
            <a:r>
              <a:rPr lang="en-US" sz="1500" b="1">
                <a:ea typeface="+mn-lt"/>
                <a:cs typeface="+mn-lt"/>
              </a:rPr>
              <a:t>Device B Rack:</a:t>
            </a:r>
            <a:r>
              <a:rPr lang="en-US" sz="1500">
                <a:ea typeface="+mn-lt"/>
                <a:cs typeface="+mn-lt"/>
              </a:rPr>
              <a:t> Rack number and elevation of the device currently connected.</a:t>
            </a:r>
            <a:endParaRPr lang="en-US" sz="1500"/>
          </a:p>
          <a:p>
            <a:pPr>
              <a:buFont typeface="Arial"/>
              <a:buChar char="•"/>
            </a:pPr>
            <a:r>
              <a:rPr lang="en-US" sz="1500" b="1">
                <a:ea typeface="+mn-lt"/>
                <a:cs typeface="+mn-lt"/>
              </a:rPr>
              <a:t>Device B Name:</a:t>
            </a:r>
            <a:r>
              <a:rPr lang="en-US" sz="1500">
                <a:ea typeface="+mn-lt"/>
                <a:cs typeface="+mn-lt"/>
              </a:rPr>
              <a:t> Name of the device currently connected.</a:t>
            </a:r>
            <a:endParaRPr lang="en-US" sz="1500"/>
          </a:p>
          <a:p>
            <a:pPr>
              <a:buFont typeface="Arial"/>
              <a:buChar char="•"/>
            </a:pPr>
            <a:r>
              <a:rPr lang="en-US" sz="1500" b="1">
                <a:ea typeface="+mn-lt"/>
                <a:cs typeface="+mn-lt"/>
              </a:rPr>
              <a:t>Device B Port:</a:t>
            </a:r>
            <a:r>
              <a:rPr lang="en-US" sz="1500">
                <a:ea typeface="+mn-lt"/>
                <a:cs typeface="+mn-lt"/>
              </a:rPr>
              <a:t> Port of the device currently connected.</a:t>
            </a:r>
            <a:endParaRPr lang="en-US" sz="1500"/>
          </a:p>
          <a:p>
            <a:pPr>
              <a:buFont typeface="Arial"/>
              <a:buChar char="•"/>
            </a:pPr>
            <a:r>
              <a:rPr lang="en-US" sz="1500" b="1">
                <a:ea typeface="+mn-lt"/>
                <a:cs typeface="+mn-lt"/>
              </a:rPr>
              <a:t>Expected Device B Rack:</a:t>
            </a:r>
            <a:r>
              <a:rPr lang="en-US" sz="1500">
                <a:ea typeface="+mn-lt"/>
                <a:cs typeface="+mn-lt"/>
              </a:rPr>
              <a:t> Rack number and elevation of the device that should be connected.</a:t>
            </a:r>
            <a:endParaRPr lang="en-US" sz="1500"/>
          </a:p>
          <a:p>
            <a:pPr>
              <a:buFont typeface="Arial"/>
              <a:buChar char="•"/>
            </a:pPr>
            <a:r>
              <a:rPr lang="en-US" sz="1500" b="1">
                <a:ea typeface="+mn-lt"/>
                <a:cs typeface="+mn-lt"/>
              </a:rPr>
              <a:t>Expected Device B Name:</a:t>
            </a:r>
            <a:r>
              <a:rPr lang="en-US" sz="1500">
                <a:ea typeface="+mn-lt"/>
                <a:cs typeface="+mn-lt"/>
              </a:rPr>
              <a:t> Name of the device that is expected to be connected.</a:t>
            </a:r>
            <a:endParaRPr lang="en-US" sz="1500"/>
          </a:p>
          <a:p>
            <a:pPr>
              <a:buFont typeface="Arial"/>
              <a:buChar char="•"/>
            </a:pPr>
            <a:r>
              <a:rPr lang="en-US" sz="1500" b="1">
                <a:ea typeface="+mn-lt"/>
                <a:cs typeface="+mn-lt"/>
              </a:rPr>
              <a:t>Expected Device B Port:</a:t>
            </a:r>
            <a:r>
              <a:rPr lang="en-US" sz="1500">
                <a:ea typeface="+mn-lt"/>
                <a:cs typeface="+mn-lt"/>
              </a:rPr>
              <a:t> Port that should be connected according to the design.</a:t>
            </a:r>
            <a:endParaRPr lang="en-US" sz="1500"/>
          </a:p>
          <a:p>
            <a:pPr marL="342900" indent="-342900">
              <a:buAutoNum type="arabicPeriod"/>
            </a:pPr>
            <a:endParaRPr lang="en-US" dirty="0"/>
          </a:p>
          <a:p>
            <a:pPr marL="342900" indent="-342900">
              <a:buFontTx/>
              <a:buAutoNum type="arabicPeriod"/>
            </a:pPr>
            <a:endParaRPr lang="en-US"/>
          </a:p>
        </p:txBody>
      </p:sp>
    </p:spTree>
    <p:extLst>
      <p:ext uri="{BB962C8B-B14F-4D97-AF65-F5344CB8AC3E}">
        <p14:creationId xmlns:p14="http://schemas.microsoft.com/office/powerpoint/2010/main" val="14891599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4BA4875-2434-1F72-2F44-DE5CACC9E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1BD3D-2DA8-03A7-33F4-5182D9406CA1}"/>
              </a:ext>
            </a:extLst>
          </p:cNvPr>
          <p:cNvSpPr>
            <a:spLocks noGrp="1"/>
          </p:cNvSpPr>
          <p:nvPr>
            <p:ph type="title"/>
          </p:nvPr>
        </p:nvSpPr>
        <p:spPr>
          <a:xfrm>
            <a:off x="768875" y="182403"/>
            <a:ext cx="10671048" cy="822960"/>
          </a:xfrm>
        </p:spPr>
        <p:txBody>
          <a:bodyPr/>
          <a:lstStyle/>
          <a:p>
            <a:r>
              <a:rPr lang="en-US"/>
              <a:t>LLDP Mismatch issue</a:t>
            </a:r>
          </a:p>
        </p:txBody>
      </p:sp>
      <p:sp>
        <p:nvSpPr>
          <p:cNvPr id="3" name="Content Placeholder 2">
            <a:extLst>
              <a:ext uri="{FF2B5EF4-FFF2-40B4-BE49-F238E27FC236}">
                <a16:creationId xmlns:a16="http://schemas.microsoft.com/office/drawing/2014/main" id="{E098847E-915F-4793-1605-C8FD16CAA304}"/>
              </a:ext>
            </a:extLst>
          </p:cNvPr>
          <p:cNvSpPr>
            <a:spLocks noGrp="1"/>
          </p:cNvSpPr>
          <p:nvPr>
            <p:ph sz="quarter" idx="14"/>
          </p:nvPr>
        </p:nvSpPr>
        <p:spPr>
          <a:xfrm>
            <a:off x="974826" y="1961110"/>
            <a:ext cx="9497825" cy="4341521"/>
          </a:xfrm>
        </p:spPr>
        <p:txBody>
          <a:bodyPr vert="horz" lIns="0" tIns="0" rIns="0" bIns="0" rtlCol="0" anchor="t">
            <a:noAutofit/>
          </a:bodyPr>
          <a:lstStyle/>
          <a:p>
            <a:r>
              <a:rPr lang="en-US" sz="1800" b="1">
                <a:latin typeface="Oracle Sans Tab"/>
              </a:rPr>
              <a:t>Steps to be performed to resolve this error.</a:t>
            </a:r>
            <a:endParaRPr lang="en-US" sz="1800" b="1" dirty="0">
              <a:latin typeface="Oracle Sans Tab"/>
            </a:endParaRPr>
          </a:p>
          <a:p>
            <a:pPr marL="342900" indent="-342900">
              <a:buAutoNum type="arabicPeriod"/>
            </a:pPr>
            <a:endParaRPr lang="en-US" dirty="0">
              <a:latin typeface="Oracle Sans Tab"/>
            </a:endParaRPr>
          </a:p>
          <a:p>
            <a:pPr marL="342900" indent="-342900">
              <a:buAutoNum type="arabicPeriod"/>
            </a:pPr>
            <a:r>
              <a:rPr lang="en-US">
                <a:latin typeface="Oracle Sans Tab"/>
              </a:rPr>
              <a:t>If the </a:t>
            </a:r>
            <a:r>
              <a:rPr lang="en-US" b="1">
                <a:latin typeface="Oracle Sans Tab"/>
              </a:rPr>
              <a:t>Link Status</a:t>
            </a:r>
            <a:r>
              <a:rPr lang="en-US">
                <a:latin typeface="Oracle Sans Tab"/>
              </a:rPr>
              <a:t> shows </a:t>
            </a:r>
            <a:r>
              <a:rPr lang="en-US" b="1">
                <a:latin typeface="Oracle Sans Tab"/>
              </a:rPr>
              <a:t>“Mismatch”</a:t>
            </a:r>
            <a:r>
              <a:rPr lang="en-US">
                <a:latin typeface="Oracle Sans Tab"/>
              </a:rPr>
              <a:t>, it means the source device port is connected to a different device than specified in the design / cutsheet.</a:t>
            </a:r>
            <a:endParaRPr lang="en-US" dirty="0">
              <a:latin typeface="Oracle Sans Tab"/>
            </a:endParaRPr>
          </a:p>
          <a:p>
            <a:pPr marL="342900" indent="-342900">
              <a:buAutoNum type="arabicPeriod"/>
            </a:pPr>
            <a:r>
              <a:rPr lang="en-US">
                <a:latin typeface="Oracle Sans Tab"/>
              </a:rPr>
              <a:t>Connect the interface to the “Expected Device” as shown in the portal. </a:t>
            </a:r>
            <a:endParaRPr lang="en-US" dirty="0"/>
          </a:p>
          <a:p>
            <a:pPr marL="342900" indent="-342900">
              <a:buAutoNum type="arabicPeriod"/>
            </a:pPr>
            <a:r>
              <a:rPr lang="en-US">
                <a:latin typeface="Oracle Sans Tab"/>
              </a:rPr>
              <a:t>Check for physical layer issues: </a:t>
            </a:r>
            <a:br>
              <a:rPr lang="en-US" dirty="0">
                <a:latin typeface="Oracle Sans Tab"/>
              </a:rPr>
            </a:br>
            <a:endParaRPr lang="en-US" dirty="0">
              <a:latin typeface="Oracle Sans Tab"/>
            </a:endParaRPr>
          </a:p>
          <a:p>
            <a:pPr lvl="1"/>
            <a:r>
              <a:rPr lang="en-US" sz="1400">
                <a:latin typeface="Oracle Sans Tab"/>
              </a:rPr>
              <a:t>  Correct </a:t>
            </a:r>
            <a:r>
              <a:rPr lang="en-US" sz="1400" b="1" dirty="0">
                <a:latin typeface="Oracle Sans Tab"/>
              </a:rPr>
              <a:t>fiber patching</a:t>
            </a:r>
            <a:endParaRPr lang="en-US" sz="1400" dirty="0">
              <a:solidFill>
                <a:srgbClr val="000000"/>
              </a:solidFill>
              <a:latin typeface="Oracle Sans Tab"/>
            </a:endParaRPr>
          </a:p>
          <a:p>
            <a:pPr lvl="1"/>
            <a:r>
              <a:rPr lang="en-US" sz="1400">
                <a:latin typeface="Oracle Sans Tab"/>
              </a:rPr>
              <a:t>  Proper </a:t>
            </a:r>
            <a:r>
              <a:rPr lang="en-US" sz="1400" b="1">
                <a:latin typeface="Oracle Sans Tab"/>
              </a:rPr>
              <a:t>optic insertion</a:t>
            </a:r>
          </a:p>
          <a:p>
            <a:pPr lvl="1"/>
            <a:r>
              <a:rPr lang="en-US" sz="1400">
                <a:latin typeface="Oracle Sans Tab"/>
              </a:rPr>
              <a:t>  Fiber </a:t>
            </a:r>
            <a:r>
              <a:rPr lang="en-US" sz="1400" b="1">
                <a:latin typeface="Oracle Sans Tab"/>
              </a:rPr>
              <a:t>TX/RX polarity</a:t>
            </a:r>
          </a:p>
          <a:p>
            <a:pPr lvl="1"/>
            <a:r>
              <a:rPr lang="en-US" sz="1400">
                <a:latin typeface="Oracle Sans Tab"/>
              </a:rPr>
              <a:t>  No </a:t>
            </a:r>
            <a:r>
              <a:rPr lang="en-US" sz="1400" b="1">
                <a:latin typeface="Oracle Sans Tab"/>
              </a:rPr>
              <a:t>damaged cable</a:t>
            </a:r>
            <a:br>
              <a:rPr lang="en-US" sz="1400" b="1" dirty="0">
                <a:latin typeface="Oracle Sans Tab"/>
              </a:rPr>
            </a:br>
            <a:endParaRPr lang="en-US" sz="1400" b="1" dirty="0">
              <a:latin typeface="Oracle Sans Tab"/>
            </a:endParaRPr>
          </a:p>
          <a:p>
            <a:pPr lvl="1"/>
            <a:r>
              <a:rPr lang="en-GB" sz="1400" b="1" dirty="0">
                <a:latin typeface="Oracle Sans Tab"/>
              </a:rPr>
              <a:t>Escalation Metric</a:t>
            </a:r>
            <a:r>
              <a:rPr lang="en-GB" sz="1400" dirty="0">
                <a:latin typeface="Oracle Sans Tab"/>
              </a:rPr>
              <a:t>: </a:t>
            </a:r>
            <a:br>
              <a:rPr lang="en-GB" sz="1400" dirty="0">
                <a:latin typeface="Oracle Sans Tab"/>
              </a:rPr>
            </a:br>
            <a:r>
              <a:rPr lang="en-GB" sz="1400" dirty="0">
                <a:latin typeface="Oracle Sans Tab"/>
              </a:rPr>
              <a:t>Even after LVV has completed all troubleshooting steps, if the issue still persists, please reach out to the CNE-AI2ND team for further investigation from the switch side.</a:t>
            </a:r>
            <a:endParaRPr lang="en-US" sz="1400" b="1" dirty="0">
              <a:latin typeface="Oracle Sans Tab"/>
            </a:endParaRPr>
          </a:p>
          <a:p>
            <a:br>
              <a:rPr lang="en-US" dirty="0">
                <a:latin typeface="Oracle Sans Tab"/>
              </a:rPr>
            </a:br>
            <a:br>
              <a:rPr lang="en-US" dirty="0"/>
            </a:br>
            <a:endParaRPr lang="en-US"/>
          </a:p>
        </p:txBody>
      </p:sp>
      <p:sp>
        <p:nvSpPr>
          <p:cNvPr id="4" name="Slide Number Placeholder 3">
            <a:extLst>
              <a:ext uri="{FF2B5EF4-FFF2-40B4-BE49-F238E27FC236}">
                <a16:creationId xmlns:a16="http://schemas.microsoft.com/office/drawing/2014/main" id="{3CDCC00B-BD5C-B675-278C-91CD11CDBB6F}"/>
              </a:ext>
            </a:extLst>
          </p:cNvPr>
          <p:cNvSpPr>
            <a:spLocks noGrp="1"/>
          </p:cNvSpPr>
          <p:nvPr>
            <p:ph type="sldNum" sz="quarter" idx="4"/>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800" b="0" i="0" u="none" strike="noStrike" kern="1200" cap="none" spc="0" normalizeH="0" baseline="0" noProof="0" smtClean="0">
                <a:ln>
                  <a:noFill/>
                </a:ln>
                <a:solidFill>
                  <a:srgbClr val="514C47"/>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514C47"/>
              </a:solidFill>
              <a:effectLst/>
              <a:uLnTx/>
              <a:uFillTx/>
              <a:latin typeface="Oracle Sans Tab"/>
              <a:ea typeface="+mn-ea"/>
              <a:cs typeface="+mn-cs"/>
            </a:endParaRPr>
          </a:p>
        </p:txBody>
      </p:sp>
      <p:sp>
        <p:nvSpPr>
          <p:cNvPr id="5" name="Footer Placeholder 4">
            <a:extLst>
              <a:ext uri="{FF2B5EF4-FFF2-40B4-BE49-F238E27FC236}">
                <a16:creationId xmlns:a16="http://schemas.microsoft.com/office/drawing/2014/main" id="{3C62FE96-EEFA-49E1-9FA9-E1913BD7E6EE}"/>
              </a:ext>
            </a:extLst>
          </p:cNvPr>
          <p:cNvSpPr>
            <a:spLocks noGrp="1"/>
          </p:cNvSpPr>
          <p:nvPr>
            <p:ph type="ftr" sz="quarter" idx="3"/>
          </p:nvPr>
        </p:nvSpPr>
        <p:spPr>
          <a:xfrm>
            <a:off x="1127759" y="6423978"/>
            <a:ext cx="57453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14C47"/>
                </a:solidFill>
                <a:effectLst/>
                <a:uLnTx/>
                <a:uFillTx/>
                <a:latin typeface="Oracle Sans Tab"/>
                <a:ea typeface="+mn-ea"/>
                <a:cs typeface="+mn-cs"/>
              </a:rPr>
              <a:t>Copyright © 2026, Oracle and/or its affiliates |  Confidential: Internal/Restricted/Highly Restricted</a:t>
            </a:r>
          </a:p>
        </p:txBody>
      </p:sp>
      <p:pic>
        <p:nvPicPr>
          <p:cNvPr id="6" name="Picture 5">
            <a:extLst>
              <a:ext uri="{FF2B5EF4-FFF2-40B4-BE49-F238E27FC236}">
                <a16:creationId xmlns:a16="http://schemas.microsoft.com/office/drawing/2014/main" id="{6CA6E1EF-078F-DF7F-5A05-45430BCD5A54}"/>
              </a:ext>
            </a:extLst>
          </p:cNvPr>
          <p:cNvPicPr>
            <a:picLocks noChangeAspect="1"/>
          </p:cNvPicPr>
          <p:nvPr/>
        </p:nvPicPr>
        <p:blipFill>
          <a:blip r:embed="rId2"/>
          <a:stretch>
            <a:fillRect/>
          </a:stretch>
        </p:blipFill>
        <p:spPr>
          <a:xfrm>
            <a:off x="456312" y="1371118"/>
            <a:ext cx="11588578" cy="340840"/>
          </a:xfrm>
          <a:prstGeom prst="rect">
            <a:avLst/>
          </a:prstGeom>
        </p:spPr>
      </p:pic>
    </p:spTree>
    <p:extLst>
      <p:ext uri="{BB962C8B-B14F-4D97-AF65-F5344CB8AC3E}">
        <p14:creationId xmlns:p14="http://schemas.microsoft.com/office/powerpoint/2010/main" val="20236495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0B89B-8145-769B-4503-7DDAA8F85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04A87-CDE7-42E6-92A6-B309A78D0052}"/>
              </a:ext>
            </a:extLst>
          </p:cNvPr>
          <p:cNvSpPr>
            <a:spLocks noGrp="1"/>
          </p:cNvSpPr>
          <p:nvPr>
            <p:ph type="ctrTitle"/>
          </p:nvPr>
        </p:nvSpPr>
        <p:spPr>
          <a:xfrm>
            <a:off x="800048" y="2577103"/>
            <a:ext cx="6400800" cy="1280160"/>
          </a:xfrm>
        </p:spPr>
        <p:txBody>
          <a:bodyPr/>
          <a:lstStyle/>
          <a:p>
            <a:r>
              <a:rPr lang="en-US">
                <a:latin typeface="Oracle Sans Tab"/>
              </a:rPr>
              <a:t>Interface Optic error</a:t>
            </a:r>
          </a:p>
        </p:txBody>
      </p:sp>
      <p:sp>
        <p:nvSpPr>
          <p:cNvPr id="7" name="Slide Number Placeholder 6">
            <a:extLst>
              <a:ext uri="{FF2B5EF4-FFF2-40B4-BE49-F238E27FC236}">
                <a16:creationId xmlns:a16="http://schemas.microsoft.com/office/drawing/2014/main" id="{F46F3053-A4DB-9508-8544-43A25F713C67}"/>
              </a:ext>
            </a:extLst>
          </p:cNvPr>
          <p:cNvSpPr>
            <a:spLocks noGrp="1"/>
          </p:cNvSpPr>
          <p:nvPr>
            <p:ph type="sldNum" sz="quarter" idx="12"/>
          </p:nvPr>
        </p:nvSpPr>
        <p:spPr>
          <a:xfrm>
            <a:off x="762000" y="6995117"/>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800" b="0" i="0" u="none" strike="noStrike" kern="1200" cap="none" spc="0" normalizeH="0" baseline="0" noProof="0" smtClean="0">
                <a:ln>
                  <a:noFill/>
                </a:ln>
                <a:no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noFill/>
              <a:effectLst/>
              <a:uLnTx/>
              <a:uFillTx/>
              <a:latin typeface="Oracle Sans Tab"/>
              <a:ea typeface="+mn-ea"/>
              <a:cs typeface="+mn-cs"/>
            </a:endParaRPr>
          </a:p>
        </p:txBody>
      </p:sp>
      <p:sp>
        <p:nvSpPr>
          <p:cNvPr id="6" name="Footer Placeholder 5">
            <a:extLst>
              <a:ext uri="{FF2B5EF4-FFF2-40B4-BE49-F238E27FC236}">
                <a16:creationId xmlns:a16="http://schemas.microsoft.com/office/drawing/2014/main" id="{F0DB3CBE-DB3F-4180-8F69-D1E416C4C03A}"/>
              </a:ext>
            </a:extLst>
          </p:cNvPr>
          <p:cNvSpPr>
            <a:spLocks noGrp="1"/>
          </p:cNvSpPr>
          <p:nvPr>
            <p:ph type="ftr" sz="quarter" idx="36"/>
          </p:nvPr>
        </p:nvSpPr>
        <p:spPr>
          <a:xfrm>
            <a:off x="1127759" y="6995435"/>
            <a:ext cx="57453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noFill/>
                <a:effectLst/>
                <a:uLnTx/>
                <a:uFillTx/>
                <a:latin typeface="Oracle Sans Tab"/>
                <a:ea typeface="+mn-ea"/>
                <a:cs typeface="+mn-cs"/>
              </a:rPr>
              <a:t>Copyright © 2026, Oracle and/or its affiliates |  Confidential: Internal/Restricted/Highly Restricted</a:t>
            </a:r>
          </a:p>
        </p:txBody>
      </p:sp>
    </p:spTree>
    <p:extLst>
      <p:ext uri="{BB962C8B-B14F-4D97-AF65-F5344CB8AC3E}">
        <p14:creationId xmlns:p14="http://schemas.microsoft.com/office/powerpoint/2010/main" val="33791971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53AF7-377C-12E2-537A-CFD11CFFC513}"/>
              </a:ext>
            </a:extLst>
          </p:cNvPr>
          <p:cNvSpPr>
            <a:spLocks noGrp="1"/>
          </p:cNvSpPr>
          <p:nvPr>
            <p:ph type="title"/>
          </p:nvPr>
        </p:nvSpPr>
        <p:spPr>
          <a:xfrm>
            <a:off x="838200" y="365125"/>
            <a:ext cx="9444038" cy="605235"/>
          </a:xfrm>
        </p:spPr>
        <p:txBody>
          <a:bodyPr>
            <a:normAutofit fontScale="90000"/>
          </a:bodyPr>
          <a:lstStyle/>
          <a:p>
            <a:r>
              <a:rPr lang="en-US" sz="4000" b="1">
                <a:latin typeface="Oracle Sans Tab"/>
              </a:rPr>
              <a:t>Interface Optic issues</a:t>
            </a:r>
            <a:endParaRPr lang="en-US"/>
          </a:p>
        </p:txBody>
      </p:sp>
      <p:pic>
        <p:nvPicPr>
          <p:cNvPr id="4" name="Content Placeholder 3" descr="A screenshot of a computer&#10;&#10;AI-generated content may be incorrect.">
            <a:extLst>
              <a:ext uri="{FF2B5EF4-FFF2-40B4-BE49-F238E27FC236}">
                <a16:creationId xmlns:a16="http://schemas.microsoft.com/office/drawing/2014/main" id="{5E167C69-CAA0-DD61-E88B-EF9D05655219}"/>
              </a:ext>
            </a:extLst>
          </p:cNvPr>
          <p:cNvPicPr>
            <a:picLocks noGrp="1" noChangeAspect="1"/>
          </p:cNvPicPr>
          <p:nvPr>
            <p:ph idx="1"/>
          </p:nvPr>
        </p:nvPicPr>
        <p:blipFill>
          <a:blip r:embed="rId2"/>
          <a:stretch>
            <a:fillRect/>
          </a:stretch>
        </p:blipFill>
        <p:spPr>
          <a:xfrm>
            <a:off x="649998" y="1614073"/>
            <a:ext cx="10012247" cy="2160142"/>
          </a:xfrm>
          <a:prstGeom prst="rect">
            <a:avLst/>
          </a:prstGeom>
          <a:ln>
            <a:solidFill>
              <a:schemeClr val="accent1"/>
            </a:solidFill>
          </a:ln>
        </p:spPr>
      </p:pic>
      <p:sp>
        <p:nvSpPr>
          <p:cNvPr id="6" name="Arrow: Left 5">
            <a:extLst>
              <a:ext uri="{FF2B5EF4-FFF2-40B4-BE49-F238E27FC236}">
                <a16:creationId xmlns:a16="http://schemas.microsoft.com/office/drawing/2014/main" id="{928E57D8-4A68-6A8B-5AD1-A14718053841}"/>
              </a:ext>
            </a:extLst>
          </p:cNvPr>
          <p:cNvSpPr/>
          <p:nvPr/>
        </p:nvSpPr>
        <p:spPr>
          <a:xfrm>
            <a:off x="10346907" y="1925362"/>
            <a:ext cx="633127" cy="25841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1CC885EF-3C19-4434-BFD5-7913495BE6F0}"/>
              </a:ext>
            </a:extLst>
          </p:cNvPr>
          <p:cNvSpPr txBox="1"/>
          <p:nvPr/>
        </p:nvSpPr>
        <p:spPr>
          <a:xfrm>
            <a:off x="11035930" y="1814016"/>
            <a:ext cx="1043353" cy="369332"/>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t>Expand the tab to </a:t>
            </a:r>
            <a:r>
              <a:rPr lang="en-GB" sz="900" err="1"/>
              <a:t>veiw</a:t>
            </a:r>
            <a:r>
              <a:rPr lang="en-GB" sz="900"/>
              <a:t> error</a:t>
            </a:r>
          </a:p>
        </p:txBody>
      </p:sp>
    </p:spTree>
    <p:extLst>
      <p:ext uri="{BB962C8B-B14F-4D97-AF65-F5344CB8AC3E}">
        <p14:creationId xmlns:p14="http://schemas.microsoft.com/office/powerpoint/2010/main" val="4028614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F969E-AFC2-EED6-5CC9-BEC98BDA59C2}"/>
              </a:ext>
            </a:extLst>
          </p:cNvPr>
          <p:cNvSpPr>
            <a:spLocks noGrp="1"/>
          </p:cNvSpPr>
          <p:nvPr>
            <p:ph type="title"/>
          </p:nvPr>
        </p:nvSpPr>
        <p:spPr/>
        <p:txBody>
          <a:bodyPr/>
          <a:lstStyle/>
          <a:p>
            <a:r>
              <a:rPr lang="en-US" sz="1800" b="1">
                <a:solidFill>
                  <a:srgbClr val="2A2F2F"/>
                </a:solidFill>
                <a:latin typeface="Oracle Sans Tab"/>
              </a:rPr>
              <a:t>Steps to be performed to resolve this error.</a:t>
            </a:r>
            <a:br>
              <a:rPr lang="en-US" sz="1800" b="1" dirty="0">
                <a:solidFill>
                  <a:srgbClr val="2A2F2F"/>
                </a:solidFill>
                <a:latin typeface="Oracle Sans Tab"/>
              </a:rPr>
            </a:br>
            <a:endParaRPr lang="en-US"/>
          </a:p>
        </p:txBody>
      </p:sp>
      <p:sp>
        <p:nvSpPr>
          <p:cNvPr id="3" name="Content Placeholder 2">
            <a:extLst>
              <a:ext uri="{FF2B5EF4-FFF2-40B4-BE49-F238E27FC236}">
                <a16:creationId xmlns:a16="http://schemas.microsoft.com/office/drawing/2014/main" id="{5029432D-E766-8521-D964-AEE4CB5144FD}"/>
              </a:ext>
            </a:extLst>
          </p:cNvPr>
          <p:cNvSpPr>
            <a:spLocks noGrp="1"/>
          </p:cNvSpPr>
          <p:nvPr>
            <p:ph idx="1"/>
          </p:nvPr>
        </p:nvSpPr>
        <p:spPr>
          <a:xfrm>
            <a:off x="763155" y="1254125"/>
            <a:ext cx="10515600" cy="4351338"/>
          </a:xfrm>
        </p:spPr>
        <p:txBody>
          <a:bodyPr vert="horz" lIns="91440" tIns="45720" rIns="91440" bIns="45720" rtlCol="0" anchor="t">
            <a:normAutofit fontScale="40000" lnSpcReduction="20000"/>
          </a:bodyPr>
          <a:lstStyle/>
          <a:p>
            <a:pPr marL="0" indent="0">
              <a:buNone/>
            </a:pPr>
            <a:r>
              <a:rPr lang="en-GB" b="1">
                <a:ea typeface="+mn-lt"/>
                <a:cs typeface="+mn-lt"/>
              </a:rPr>
              <a:t>Inspect Fiber Cable</a:t>
            </a:r>
            <a:endParaRPr lang="en-GB"/>
          </a:p>
          <a:p>
            <a:r>
              <a:rPr lang="en-GB" dirty="0">
                <a:ea typeface="+mn-lt"/>
                <a:cs typeface="+mn-lt"/>
              </a:rPr>
              <a:t>Check the physical </a:t>
            </a:r>
            <a:r>
              <a:rPr lang="en-GB" dirty="0" err="1">
                <a:ea typeface="+mn-lt"/>
                <a:cs typeface="+mn-lt"/>
              </a:rPr>
              <a:t>fiber</a:t>
            </a:r>
            <a:r>
              <a:rPr lang="en-GB" dirty="0">
                <a:ea typeface="+mn-lt"/>
                <a:cs typeface="+mn-lt"/>
              </a:rPr>
              <a:t> connection and ensure the following:</a:t>
            </a:r>
            <a:endParaRPr lang="en-GB" dirty="0"/>
          </a:p>
          <a:p>
            <a:r>
              <a:rPr lang="en-GB" dirty="0">
                <a:ea typeface="+mn-lt"/>
                <a:cs typeface="+mn-lt"/>
              </a:rPr>
              <a:t>Confirm that the </a:t>
            </a:r>
            <a:r>
              <a:rPr lang="en-GB" b="1" dirty="0" err="1">
                <a:ea typeface="+mn-lt"/>
                <a:cs typeface="+mn-lt"/>
              </a:rPr>
              <a:t>fiber</a:t>
            </a:r>
            <a:r>
              <a:rPr lang="en-GB" b="1" dirty="0">
                <a:ea typeface="+mn-lt"/>
                <a:cs typeface="+mn-lt"/>
              </a:rPr>
              <a:t> cable is properly connected</a:t>
            </a:r>
            <a:r>
              <a:rPr lang="en-GB" dirty="0">
                <a:ea typeface="+mn-lt"/>
                <a:cs typeface="+mn-lt"/>
              </a:rPr>
              <a:t>.</a:t>
            </a:r>
            <a:endParaRPr lang="en-GB" dirty="0"/>
          </a:p>
          <a:p>
            <a:r>
              <a:rPr lang="en-GB">
                <a:ea typeface="+mn-lt"/>
                <a:cs typeface="+mn-lt"/>
              </a:rPr>
              <a:t>Verify the </a:t>
            </a:r>
            <a:r>
              <a:rPr lang="en-GB" b="1">
                <a:ea typeface="+mn-lt"/>
                <a:cs typeface="+mn-lt"/>
              </a:rPr>
              <a:t>correct patching</a:t>
            </a:r>
            <a:r>
              <a:rPr lang="en-GB">
                <a:ea typeface="+mn-lt"/>
                <a:cs typeface="+mn-lt"/>
              </a:rPr>
              <a:t> between the devices.</a:t>
            </a:r>
            <a:endParaRPr lang="en-GB"/>
          </a:p>
          <a:p>
            <a:r>
              <a:rPr lang="en-GB" dirty="0">
                <a:ea typeface="+mn-lt"/>
                <a:cs typeface="+mn-lt"/>
              </a:rPr>
              <a:t>Check the </a:t>
            </a:r>
            <a:r>
              <a:rPr lang="en-GB" b="1" dirty="0">
                <a:ea typeface="+mn-lt"/>
                <a:cs typeface="+mn-lt"/>
              </a:rPr>
              <a:t>TX ↔ RX polarity</a:t>
            </a:r>
            <a:r>
              <a:rPr lang="en-GB" dirty="0">
                <a:ea typeface="+mn-lt"/>
                <a:cs typeface="+mn-lt"/>
              </a:rPr>
              <a:t> of the </a:t>
            </a:r>
            <a:r>
              <a:rPr lang="en-GB" dirty="0" err="1">
                <a:ea typeface="+mn-lt"/>
                <a:cs typeface="+mn-lt"/>
              </a:rPr>
              <a:t>fiber</a:t>
            </a:r>
            <a:r>
              <a:rPr lang="en-GB" dirty="0">
                <a:ea typeface="+mn-lt"/>
                <a:cs typeface="+mn-lt"/>
              </a:rPr>
              <a:t>.</a:t>
            </a:r>
            <a:endParaRPr lang="en-GB" dirty="0"/>
          </a:p>
          <a:p>
            <a:r>
              <a:rPr lang="en-GB" dirty="0">
                <a:ea typeface="+mn-lt"/>
                <a:cs typeface="+mn-lt"/>
              </a:rPr>
              <a:t>Inspect and clean </a:t>
            </a:r>
            <a:r>
              <a:rPr lang="en-GB" dirty="0" err="1">
                <a:ea typeface="+mn-lt"/>
                <a:cs typeface="+mn-lt"/>
              </a:rPr>
              <a:t>fiber</a:t>
            </a:r>
            <a:r>
              <a:rPr lang="en-GB" dirty="0">
                <a:ea typeface="+mn-lt"/>
                <a:cs typeface="+mn-lt"/>
              </a:rPr>
              <a:t> connectors</a:t>
            </a:r>
          </a:p>
          <a:p>
            <a:r>
              <a:rPr lang="en-GB">
                <a:ea typeface="+mn-lt"/>
                <a:cs typeface="+mn-lt"/>
              </a:rPr>
              <a:t>Inspect and clean optical transceiver</a:t>
            </a:r>
            <a:endParaRPr lang="en-GB" dirty="0">
              <a:ea typeface="+mn-lt"/>
              <a:cs typeface="+mn-lt"/>
            </a:endParaRPr>
          </a:p>
          <a:p>
            <a:pPr marL="0" indent="0">
              <a:buNone/>
            </a:pPr>
            <a:r>
              <a:rPr lang="en-GB">
                <a:ea typeface="+mn-lt"/>
                <a:cs typeface="+mn-lt"/>
              </a:rPr>
              <a:t>If required:</a:t>
            </a:r>
            <a:endParaRPr lang="en-GB"/>
          </a:p>
          <a:p>
            <a:r>
              <a:rPr lang="en-GB" b="1" dirty="0">
                <a:ea typeface="+mn-lt"/>
                <a:cs typeface="+mn-lt"/>
              </a:rPr>
              <a:t>Reseat the </a:t>
            </a:r>
            <a:r>
              <a:rPr lang="en-GB" b="1" dirty="0" err="1">
                <a:ea typeface="+mn-lt"/>
                <a:cs typeface="+mn-lt"/>
              </a:rPr>
              <a:t>fiber</a:t>
            </a:r>
            <a:r>
              <a:rPr lang="en-GB" b="1" dirty="0">
                <a:ea typeface="+mn-lt"/>
                <a:cs typeface="+mn-lt"/>
              </a:rPr>
              <a:t> cable</a:t>
            </a:r>
            <a:r>
              <a:rPr lang="en-GB" dirty="0">
                <a:ea typeface="+mn-lt"/>
                <a:cs typeface="+mn-lt"/>
              </a:rPr>
              <a:t> to ensure a proper connection.</a:t>
            </a:r>
            <a:endParaRPr lang="en-GB" dirty="0"/>
          </a:p>
          <a:p>
            <a:r>
              <a:rPr lang="en-GB" b="1" dirty="0">
                <a:ea typeface="+mn-lt"/>
                <a:cs typeface="+mn-lt"/>
              </a:rPr>
              <a:t>Replace it with a spare </a:t>
            </a:r>
            <a:r>
              <a:rPr lang="en-GB" b="1" dirty="0" err="1">
                <a:ea typeface="+mn-lt"/>
                <a:cs typeface="+mn-lt"/>
              </a:rPr>
              <a:t>fiber</a:t>
            </a:r>
            <a:r>
              <a:rPr lang="en-GB" b="1" dirty="0">
                <a:ea typeface="+mn-lt"/>
                <a:cs typeface="+mn-lt"/>
              </a:rPr>
              <a:t> cable</a:t>
            </a:r>
            <a:r>
              <a:rPr lang="en-GB" dirty="0">
                <a:ea typeface="+mn-lt"/>
                <a:cs typeface="+mn-lt"/>
              </a:rPr>
              <a:t> to rule out any cable-related issues.</a:t>
            </a:r>
            <a:endParaRPr lang="en-GB" dirty="0"/>
          </a:p>
          <a:p>
            <a:endParaRPr lang="en-GB"/>
          </a:p>
          <a:p>
            <a:endParaRPr lang="en-GB"/>
          </a:p>
          <a:p>
            <a:pPr marL="0" indent="0">
              <a:buNone/>
            </a:pPr>
            <a:r>
              <a:rPr lang="en-GB" b="1">
                <a:ea typeface="+mn-lt"/>
                <a:cs typeface="+mn-lt"/>
              </a:rPr>
              <a:t>Clean Fiber Connectors</a:t>
            </a:r>
            <a:endParaRPr lang="en-GB"/>
          </a:p>
          <a:p>
            <a:r>
              <a:rPr lang="en-GB" dirty="0">
                <a:ea typeface="+mn-lt"/>
                <a:cs typeface="+mn-lt"/>
              </a:rPr>
              <a:t>Dirty </a:t>
            </a:r>
            <a:r>
              <a:rPr lang="en-GB" dirty="0" err="1">
                <a:ea typeface="+mn-lt"/>
                <a:cs typeface="+mn-lt"/>
              </a:rPr>
              <a:t>fiber</a:t>
            </a:r>
            <a:r>
              <a:rPr lang="en-GB" dirty="0">
                <a:ea typeface="+mn-lt"/>
                <a:cs typeface="+mn-lt"/>
              </a:rPr>
              <a:t> connectors are a </a:t>
            </a:r>
            <a:r>
              <a:rPr lang="en-GB" b="1" dirty="0">
                <a:ea typeface="+mn-lt"/>
                <a:cs typeface="+mn-lt"/>
              </a:rPr>
              <a:t>common cause of optical power issues</a:t>
            </a:r>
            <a:r>
              <a:rPr lang="en-GB" dirty="0">
                <a:ea typeface="+mn-lt"/>
                <a:cs typeface="+mn-lt"/>
              </a:rPr>
              <a:t>.</a:t>
            </a:r>
            <a:endParaRPr lang="en-GB" dirty="0"/>
          </a:p>
          <a:p>
            <a:r>
              <a:rPr lang="en-GB" dirty="0">
                <a:ea typeface="+mn-lt"/>
                <a:cs typeface="+mn-lt"/>
              </a:rPr>
              <a:t>Inspect the </a:t>
            </a:r>
            <a:r>
              <a:rPr lang="en-GB" b="1" dirty="0" err="1">
                <a:ea typeface="+mn-lt"/>
                <a:cs typeface="+mn-lt"/>
              </a:rPr>
              <a:t>fiber</a:t>
            </a:r>
            <a:r>
              <a:rPr lang="en-GB" b="1" dirty="0">
                <a:ea typeface="+mn-lt"/>
                <a:cs typeface="+mn-lt"/>
              </a:rPr>
              <a:t> ends for dust or contamination</a:t>
            </a:r>
            <a:r>
              <a:rPr lang="en-GB" dirty="0">
                <a:ea typeface="+mn-lt"/>
                <a:cs typeface="+mn-lt"/>
              </a:rPr>
              <a:t>.</a:t>
            </a:r>
            <a:endParaRPr lang="en-GB" dirty="0"/>
          </a:p>
          <a:p>
            <a:r>
              <a:rPr lang="en-GB" dirty="0">
                <a:ea typeface="+mn-lt"/>
                <a:cs typeface="+mn-lt"/>
              </a:rPr>
              <a:t>Clean the connectors using </a:t>
            </a:r>
            <a:r>
              <a:rPr lang="en-GB" b="1" dirty="0">
                <a:ea typeface="+mn-lt"/>
                <a:cs typeface="+mn-lt"/>
              </a:rPr>
              <a:t>appropriate </a:t>
            </a:r>
            <a:r>
              <a:rPr lang="en-GB" b="1" dirty="0" err="1">
                <a:ea typeface="+mn-lt"/>
                <a:cs typeface="+mn-lt"/>
              </a:rPr>
              <a:t>fiber</a:t>
            </a:r>
            <a:r>
              <a:rPr lang="en-GB" b="1" dirty="0">
                <a:ea typeface="+mn-lt"/>
                <a:cs typeface="+mn-lt"/>
              </a:rPr>
              <a:t> cleaning tools</a:t>
            </a:r>
            <a:r>
              <a:rPr lang="en-GB" dirty="0">
                <a:ea typeface="+mn-lt"/>
                <a:cs typeface="+mn-lt"/>
              </a:rPr>
              <a:t>.</a:t>
            </a:r>
            <a:endParaRPr lang="en-GB" dirty="0"/>
          </a:p>
          <a:p>
            <a:r>
              <a:rPr lang="en-GB" dirty="0">
                <a:ea typeface="+mn-lt"/>
                <a:cs typeface="+mn-lt"/>
              </a:rPr>
              <a:t>Reconnect the </a:t>
            </a:r>
            <a:r>
              <a:rPr lang="en-GB" dirty="0" err="1">
                <a:ea typeface="+mn-lt"/>
                <a:cs typeface="+mn-lt"/>
              </a:rPr>
              <a:t>fiber</a:t>
            </a:r>
            <a:r>
              <a:rPr lang="en-GB" dirty="0">
                <a:ea typeface="+mn-lt"/>
                <a:cs typeface="+mn-lt"/>
              </a:rPr>
              <a:t> and </a:t>
            </a:r>
            <a:r>
              <a:rPr lang="en-GB" b="1" dirty="0">
                <a:ea typeface="+mn-lt"/>
                <a:cs typeface="+mn-lt"/>
              </a:rPr>
              <a:t>test the link again</a:t>
            </a:r>
            <a:r>
              <a:rPr lang="en-GB" dirty="0">
                <a:ea typeface="+mn-lt"/>
                <a:cs typeface="+mn-lt"/>
              </a:rPr>
              <a:t>.</a:t>
            </a:r>
            <a:endParaRPr lang="en-GB" dirty="0"/>
          </a:p>
          <a:p>
            <a:endParaRPr lang="en-GB"/>
          </a:p>
          <a:p>
            <a:endParaRPr lang="en-GB"/>
          </a:p>
          <a:p>
            <a:endParaRPr lang="en-GB" dirty="0"/>
          </a:p>
        </p:txBody>
      </p:sp>
    </p:spTree>
    <p:extLst>
      <p:ext uri="{BB962C8B-B14F-4D97-AF65-F5344CB8AC3E}">
        <p14:creationId xmlns:p14="http://schemas.microsoft.com/office/powerpoint/2010/main" val="3416207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E2389-FED6-12C5-C451-ABD700092B7A}"/>
              </a:ext>
            </a:extLst>
          </p:cNvPr>
          <p:cNvSpPr>
            <a:spLocks noGrp="1"/>
          </p:cNvSpPr>
          <p:nvPr>
            <p:ph type="title"/>
          </p:nvPr>
        </p:nvSpPr>
        <p:spPr/>
        <p:txBody>
          <a:bodyPr/>
          <a:lstStyle/>
          <a:p>
            <a:r>
              <a:rPr lang="en-US" sz="1800" b="1">
                <a:solidFill>
                  <a:srgbClr val="2A2F2F"/>
                </a:solidFill>
                <a:latin typeface="Oracle Sans Tab"/>
              </a:rPr>
              <a:t>Steps to be performed to resolve this error.</a:t>
            </a:r>
            <a:endParaRPr lang="en-US"/>
          </a:p>
        </p:txBody>
      </p:sp>
      <p:sp>
        <p:nvSpPr>
          <p:cNvPr id="3" name="Content Placeholder 2">
            <a:extLst>
              <a:ext uri="{FF2B5EF4-FFF2-40B4-BE49-F238E27FC236}">
                <a16:creationId xmlns:a16="http://schemas.microsoft.com/office/drawing/2014/main" id="{DEC97B6C-F5F6-4764-CEB1-FABFE1C8911E}"/>
              </a:ext>
            </a:extLst>
          </p:cNvPr>
          <p:cNvSpPr>
            <a:spLocks noGrp="1"/>
          </p:cNvSpPr>
          <p:nvPr>
            <p:ph idx="1"/>
          </p:nvPr>
        </p:nvSpPr>
        <p:spPr>
          <a:xfrm>
            <a:off x="838200" y="1441760"/>
            <a:ext cx="10698938" cy="4700826"/>
          </a:xfrm>
        </p:spPr>
        <p:txBody>
          <a:bodyPr vert="horz" lIns="91440" tIns="45720" rIns="91440" bIns="45720" rtlCol="0" anchor="t">
            <a:normAutofit fontScale="92500" lnSpcReduction="10000"/>
          </a:bodyPr>
          <a:lstStyle/>
          <a:p>
            <a:pPr marL="0" indent="0">
              <a:buNone/>
            </a:pPr>
            <a:r>
              <a:rPr lang="en-GB" sz="1400" b="1"/>
              <a:t>Verify Optic Modules</a:t>
            </a:r>
            <a:endParaRPr lang="en-GB" sz="1400" dirty="0"/>
          </a:p>
          <a:p>
            <a:r>
              <a:rPr lang="en-GB" sz="1400"/>
              <a:t>Check the health of the optic module and look for:</a:t>
            </a:r>
            <a:endParaRPr lang="en-GB" sz="1400" dirty="0"/>
          </a:p>
          <a:p>
            <a:r>
              <a:rPr lang="en-GB" sz="1400" b="1"/>
              <a:t>Temperature alarms</a:t>
            </a:r>
            <a:endParaRPr lang="en-GB" sz="1400" dirty="0"/>
          </a:p>
          <a:p>
            <a:r>
              <a:rPr lang="en-GB" sz="1400" b="1"/>
              <a:t>Voltage warnings</a:t>
            </a:r>
            <a:endParaRPr lang="en-GB" sz="1400" dirty="0"/>
          </a:p>
          <a:p>
            <a:r>
              <a:rPr lang="en-GB" sz="1400" b="1"/>
              <a:t>Laser faults</a:t>
            </a:r>
            <a:endParaRPr lang="en-GB" sz="1400" b="1" dirty="0"/>
          </a:p>
          <a:p>
            <a:r>
              <a:rPr lang="en-GB" sz="1400" dirty="0">
                <a:ea typeface="+mn-lt"/>
                <a:cs typeface="+mn-lt"/>
              </a:rPr>
              <a:t>Inspect and clean </a:t>
            </a:r>
            <a:r>
              <a:rPr lang="en-GB" sz="1400" dirty="0" err="1">
                <a:ea typeface="+mn-lt"/>
                <a:cs typeface="+mn-lt"/>
              </a:rPr>
              <a:t>fiber</a:t>
            </a:r>
            <a:r>
              <a:rPr lang="en-GB" sz="1400" dirty="0">
                <a:ea typeface="+mn-lt"/>
                <a:cs typeface="+mn-lt"/>
              </a:rPr>
              <a:t> connectors</a:t>
            </a:r>
            <a:endParaRPr lang="en-GB" sz="1400" b="1" dirty="0"/>
          </a:p>
          <a:p>
            <a:r>
              <a:rPr lang="en-GB" sz="1400">
                <a:ea typeface="+mn-lt"/>
                <a:cs typeface="+mn-lt"/>
              </a:rPr>
              <a:t>Inspect and clean optical transceiver</a:t>
            </a:r>
            <a:endParaRPr lang="en-GB" sz="1400" b="1" dirty="0"/>
          </a:p>
          <a:p>
            <a:pPr marL="0" indent="0">
              <a:buNone/>
            </a:pPr>
            <a:r>
              <a:rPr lang="en-GB" sz="1400"/>
              <a:t>If necessary:</a:t>
            </a:r>
            <a:endParaRPr lang="en-GB" sz="1400" dirty="0"/>
          </a:p>
          <a:p>
            <a:r>
              <a:rPr lang="en-GB" sz="1400" b="1"/>
              <a:t>Reseat the optic module</a:t>
            </a:r>
            <a:r>
              <a:rPr lang="en-GB" sz="1400"/>
              <a:t> to ensure proper seating.</a:t>
            </a:r>
            <a:endParaRPr lang="en-GB" sz="1400" dirty="0"/>
          </a:p>
          <a:p>
            <a:r>
              <a:rPr lang="en-GB" sz="1400" b="1" dirty="0"/>
              <a:t>Replace it with a spare optic module</a:t>
            </a:r>
            <a:r>
              <a:rPr lang="en-GB" sz="1400" dirty="0"/>
              <a:t> to eliminate potential hardware issues.</a:t>
            </a:r>
            <a:br>
              <a:rPr lang="en-GB" sz="1400" dirty="0"/>
            </a:br>
            <a:br>
              <a:rPr lang="en-GB" sz="1400" dirty="0"/>
            </a:br>
            <a:endParaRPr lang="en-GB" sz="1400" dirty="0"/>
          </a:p>
          <a:p>
            <a:r>
              <a:rPr lang="en-GB" sz="1400" b="1" dirty="0">
                <a:solidFill>
                  <a:srgbClr val="2A2F2F"/>
                </a:solidFill>
                <a:latin typeface="Oracle Sans Tab"/>
              </a:rPr>
              <a:t>Escalation Metric</a:t>
            </a:r>
            <a:r>
              <a:rPr lang="en-GB" sz="1400" dirty="0">
                <a:solidFill>
                  <a:srgbClr val="2A2F2F"/>
                </a:solidFill>
                <a:latin typeface="Oracle Sans Tab"/>
              </a:rPr>
              <a:t>: </a:t>
            </a:r>
            <a:br>
              <a:rPr lang="en-GB" sz="1400" dirty="0">
                <a:solidFill>
                  <a:srgbClr val="2A2F2F"/>
                </a:solidFill>
                <a:latin typeface="Oracle Sans Tab"/>
              </a:rPr>
            </a:br>
            <a:r>
              <a:rPr lang="en-GB" sz="1400" dirty="0">
                <a:solidFill>
                  <a:srgbClr val="2A2F2F"/>
                </a:solidFill>
                <a:latin typeface="Oracle Sans Tab"/>
              </a:rPr>
              <a:t>Even after LVV has completed all troubleshooting steps, if the issue still persists, please reach out to the CNE-AI2ND team for further investigation from the switch side.</a:t>
            </a:r>
            <a:br>
              <a:rPr lang="en-US" dirty="0"/>
            </a:br>
            <a:br>
              <a:rPr lang="en-US" dirty="0"/>
            </a:br>
            <a:br>
              <a:rPr lang="en-US" dirty="0"/>
            </a:br>
            <a:r>
              <a:rPr lang="en-GB" sz="1400" dirty="0"/>
              <a:t>Reference Document - </a:t>
            </a:r>
            <a:r>
              <a:rPr lang="en-GB" sz="1800" dirty="0">
                <a:solidFill>
                  <a:srgbClr val="172B4D"/>
                </a:solidFill>
                <a:hlinkClick r:id="rId2"/>
              </a:rPr>
              <a:t>Suspected Bad Optical Side RX Power</a:t>
            </a:r>
            <a:endParaRPr lang="en-GB" sz="1400" dirty="0"/>
          </a:p>
          <a:p>
            <a:endParaRPr lang="en-GB" sz="1400" dirty="0"/>
          </a:p>
          <a:p>
            <a:endParaRPr lang="en-GB" sz="700" dirty="0"/>
          </a:p>
          <a:p>
            <a:endParaRPr lang="en-GB" dirty="0"/>
          </a:p>
        </p:txBody>
      </p:sp>
    </p:spTree>
    <p:extLst>
      <p:ext uri="{BB962C8B-B14F-4D97-AF65-F5344CB8AC3E}">
        <p14:creationId xmlns:p14="http://schemas.microsoft.com/office/powerpoint/2010/main" val="977507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A43AA5E-A42D-1571-0C23-22B543243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07B17-14B7-C852-C50F-B20969B7A85D}"/>
              </a:ext>
            </a:extLst>
          </p:cNvPr>
          <p:cNvSpPr>
            <a:spLocks noGrp="1"/>
          </p:cNvSpPr>
          <p:nvPr>
            <p:ph type="ctrTitle"/>
          </p:nvPr>
        </p:nvSpPr>
        <p:spPr>
          <a:xfrm>
            <a:off x="800048" y="2577103"/>
            <a:ext cx="6400800" cy="1280160"/>
          </a:xfrm>
        </p:spPr>
        <p:txBody>
          <a:bodyPr/>
          <a:lstStyle/>
          <a:p>
            <a:r>
              <a:rPr lang="en-US">
                <a:latin typeface="Oracle Sans Tab"/>
              </a:rPr>
              <a:t>Interface FEC-BER Error</a:t>
            </a:r>
          </a:p>
        </p:txBody>
      </p:sp>
      <p:sp>
        <p:nvSpPr>
          <p:cNvPr id="7" name="Slide Number Placeholder 6">
            <a:extLst>
              <a:ext uri="{FF2B5EF4-FFF2-40B4-BE49-F238E27FC236}">
                <a16:creationId xmlns:a16="http://schemas.microsoft.com/office/drawing/2014/main" id="{F228706E-056A-EBB3-C86E-649EC7AC1A3A}"/>
              </a:ext>
            </a:extLst>
          </p:cNvPr>
          <p:cNvSpPr>
            <a:spLocks noGrp="1"/>
          </p:cNvSpPr>
          <p:nvPr>
            <p:ph type="sldNum" sz="quarter" idx="12"/>
          </p:nvPr>
        </p:nvSpPr>
        <p:spPr>
          <a:xfrm>
            <a:off x="762000" y="6995117"/>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800" b="0" i="0" u="none" strike="noStrike" kern="1200" cap="none" spc="0" normalizeH="0" baseline="0" noProof="0" smtClean="0">
                <a:ln>
                  <a:noFill/>
                </a:ln>
                <a:no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noFill/>
              <a:effectLst/>
              <a:uLnTx/>
              <a:uFillTx/>
              <a:latin typeface="Oracle Sans Tab"/>
              <a:ea typeface="+mn-ea"/>
              <a:cs typeface="+mn-cs"/>
            </a:endParaRPr>
          </a:p>
        </p:txBody>
      </p:sp>
      <p:sp>
        <p:nvSpPr>
          <p:cNvPr id="6" name="Footer Placeholder 5">
            <a:extLst>
              <a:ext uri="{FF2B5EF4-FFF2-40B4-BE49-F238E27FC236}">
                <a16:creationId xmlns:a16="http://schemas.microsoft.com/office/drawing/2014/main" id="{39684031-24C1-68A0-D9DF-2B361CFB0DF5}"/>
              </a:ext>
            </a:extLst>
          </p:cNvPr>
          <p:cNvSpPr>
            <a:spLocks noGrp="1"/>
          </p:cNvSpPr>
          <p:nvPr>
            <p:ph type="ftr" sz="quarter" idx="36"/>
          </p:nvPr>
        </p:nvSpPr>
        <p:spPr>
          <a:xfrm>
            <a:off x="1127759" y="6995435"/>
            <a:ext cx="57453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noFill/>
                <a:effectLst/>
                <a:uLnTx/>
                <a:uFillTx/>
                <a:latin typeface="Oracle Sans Tab"/>
                <a:ea typeface="+mn-ea"/>
                <a:cs typeface="+mn-cs"/>
              </a:rPr>
              <a:t>Copyright © 2026, Oracle and/or its affiliates |  Confidential: Internal/Restricted/Highly Restricted</a:t>
            </a:r>
          </a:p>
        </p:txBody>
      </p:sp>
    </p:spTree>
    <p:extLst>
      <p:ext uri="{BB962C8B-B14F-4D97-AF65-F5344CB8AC3E}">
        <p14:creationId xmlns:p14="http://schemas.microsoft.com/office/powerpoint/2010/main" val="26016264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71A0-218B-3DBE-A1F3-897B8082E26F}"/>
              </a:ext>
            </a:extLst>
          </p:cNvPr>
          <p:cNvSpPr>
            <a:spLocks noGrp="1"/>
          </p:cNvSpPr>
          <p:nvPr>
            <p:ph type="title"/>
          </p:nvPr>
        </p:nvSpPr>
        <p:spPr>
          <a:xfrm>
            <a:off x="566882" y="388216"/>
            <a:ext cx="10515600" cy="1325563"/>
          </a:xfrm>
        </p:spPr>
        <p:txBody>
          <a:bodyPr/>
          <a:lstStyle/>
          <a:p>
            <a:r>
              <a:rPr lang="en-US" sz="2000" b="1">
                <a:latin typeface="Oracle Sans Tab"/>
              </a:rPr>
              <a:t>Interface FEC-BER Error</a:t>
            </a:r>
            <a:endParaRPr lang="en-US" sz="4000">
              <a:latin typeface="Oracle Sans Tab"/>
            </a:endParaRPr>
          </a:p>
          <a:p>
            <a:endParaRPr lang="en-US" sz="2200" dirty="0"/>
          </a:p>
        </p:txBody>
      </p:sp>
      <p:pic>
        <p:nvPicPr>
          <p:cNvPr id="4" name="Content Placeholder 3" descr="A screenshot of a computer&#10;&#10;AI-generated content may be incorrect.">
            <a:extLst>
              <a:ext uri="{FF2B5EF4-FFF2-40B4-BE49-F238E27FC236}">
                <a16:creationId xmlns:a16="http://schemas.microsoft.com/office/drawing/2014/main" id="{E35827C9-F0AB-8B09-FA1C-FDA4140DE74C}"/>
              </a:ext>
            </a:extLst>
          </p:cNvPr>
          <p:cNvPicPr>
            <a:picLocks noGrp="1" noChangeAspect="1"/>
          </p:cNvPicPr>
          <p:nvPr>
            <p:ph idx="1"/>
          </p:nvPr>
        </p:nvPicPr>
        <p:blipFill>
          <a:blip r:embed="rId2"/>
          <a:stretch>
            <a:fillRect/>
          </a:stretch>
        </p:blipFill>
        <p:spPr>
          <a:xfrm>
            <a:off x="373855" y="1375700"/>
            <a:ext cx="10119531" cy="2631920"/>
          </a:xfrm>
          <a:prstGeom prst="rect">
            <a:avLst/>
          </a:prstGeom>
        </p:spPr>
      </p:pic>
      <p:sp>
        <p:nvSpPr>
          <p:cNvPr id="3" name="Arrow: Left 2">
            <a:extLst>
              <a:ext uri="{FF2B5EF4-FFF2-40B4-BE49-F238E27FC236}">
                <a16:creationId xmlns:a16="http://schemas.microsoft.com/office/drawing/2014/main" id="{1D74A5C0-48EE-95AE-E3E6-6FA14349F337}"/>
              </a:ext>
            </a:extLst>
          </p:cNvPr>
          <p:cNvSpPr/>
          <p:nvPr/>
        </p:nvSpPr>
        <p:spPr>
          <a:xfrm>
            <a:off x="10485769" y="5169494"/>
            <a:ext cx="1106541" cy="21936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rrow: Down 4">
            <a:extLst>
              <a:ext uri="{FF2B5EF4-FFF2-40B4-BE49-F238E27FC236}">
                <a16:creationId xmlns:a16="http://schemas.microsoft.com/office/drawing/2014/main" id="{F1745A4C-BF03-FFA2-AFAE-CE407F855D73}"/>
              </a:ext>
            </a:extLst>
          </p:cNvPr>
          <p:cNvSpPr/>
          <p:nvPr/>
        </p:nvSpPr>
        <p:spPr>
          <a:xfrm>
            <a:off x="4967651" y="526625"/>
            <a:ext cx="184727" cy="85436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A screenshot of a computer&#10;&#10;AI-generated content may be incorrect.">
            <a:extLst>
              <a:ext uri="{FF2B5EF4-FFF2-40B4-BE49-F238E27FC236}">
                <a16:creationId xmlns:a16="http://schemas.microsoft.com/office/drawing/2014/main" id="{4D620A7A-E08B-B728-8C2D-B7DDB6CA23B2}"/>
              </a:ext>
            </a:extLst>
          </p:cNvPr>
          <p:cNvPicPr>
            <a:picLocks noChangeAspect="1"/>
          </p:cNvPicPr>
          <p:nvPr/>
        </p:nvPicPr>
        <p:blipFill>
          <a:blip r:embed="rId3"/>
          <a:stretch>
            <a:fillRect/>
          </a:stretch>
        </p:blipFill>
        <p:spPr>
          <a:xfrm>
            <a:off x="566062" y="4304176"/>
            <a:ext cx="9917035" cy="1442964"/>
          </a:xfrm>
          <a:prstGeom prst="rect">
            <a:avLst/>
          </a:prstGeom>
        </p:spPr>
      </p:pic>
    </p:spTree>
    <p:extLst>
      <p:ext uri="{BB962C8B-B14F-4D97-AF65-F5344CB8AC3E}">
        <p14:creationId xmlns:p14="http://schemas.microsoft.com/office/powerpoint/2010/main" val="1264327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EFCD1-ED51-6CC3-07CE-587E557F3652}"/>
              </a:ext>
            </a:extLst>
          </p:cNvPr>
          <p:cNvSpPr>
            <a:spLocks noGrp="1"/>
          </p:cNvSpPr>
          <p:nvPr>
            <p:ph type="title"/>
          </p:nvPr>
        </p:nvSpPr>
        <p:spPr/>
        <p:txBody>
          <a:bodyPr/>
          <a:lstStyle/>
          <a:p>
            <a:br>
              <a:rPr lang="en-US" sz="2000" b="1" dirty="0">
                <a:latin typeface="Oracle Sans Tab"/>
              </a:rPr>
            </a:br>
            <a:br>
              <a:rPr lang="en-US" sz="2000" b="1" dirty="0">
                <a:latin typeface="Oracle Sans Tab"/>
              </a:rPr>
            </a:br>
            <a:r>
              <a:rPr lang="en-US" sz="1800" b="1">
                <a:solidFill>
                  <a:srgbClr val="2A2F2F"/>
                </a:solidFill>
                <a:latin typeface="Oracle Sans Tab"/>
              </a:rPr>
              <a:t>Steps to be performed to resolve this error.</a:t>
            </a:r>
            <a:endParaRPr lang="en-US" sz="2000" b="1">
              <a:latin typeface="Oracle Sans Tab"/>
            </a:endParaRPr>
          </a:p>
        </p:txBody>
      </p:sp>
      <p:sp>
        <p:nvSpPr>
          <p:cNvPr id="3" name="Content Placeholder 2">
            <a:extLst>
              <a:ext uri="{FF2B5EF4-FFF2-40B4-BE49-F238E27FC236}">
                <a16:creationId xmlns:a16="http://schemas.microsoft.com/office/drawing/2014/main" id="{564C996E-3845-9241-DFAF-57A2542721C0}"/>
              </a:ext>
            </a:extLst>
          </p:cNvPr>
          <p:cNvSpPr>
            <a:spLocks noGrp="1"/>
          </p:cNvSpPr>
          <p:nvPr>
            <p:ph idx="1"/>
          </p:nvPr>
        </p:nvSpPr>
        <p:spPr>
          <a:xfrm>
            <a:off x="838200" y="1502352"/>
            <a:ext cx="10515600" cy="4351338"/>
          </a:xfrm>
        </p:spPr>
        <p:txBody>
          <a:bodyPr vert="horz" lIns="91440" tIns="45720" rIns="91440" bIns="45720" rtlCol="0" anchor="t">
            <a:normAutofit fontScale="40000" lnSpcReduction="20000"/>
          </a:bodyPr>
          <a:lstStyle/>
          <a:p>
            <a:pPr marL="0" indent="0">
              <a:buNone/>
            </a:pPr>
            <a:r>
              <a:rPr lang="en-GB" b="1">
                <a:ea typeface="+mn-lt"/>
                <a:cs typeface="+mn-lt"/>
              </a:rPr>
              <a:t>Inspect Fiber Cable</a:t>
            </a:r>
            <a:endParaRPr lang="en-GB"/>
          </a:p>
          <a:p>
            <a:r>
              <a:rPr lang="en-GB" dirty="0">
                <a:ea typeface="+mn-lt"/>
                <a:cs typeface="+mn-lt"/>
              </a:rPr>
              <a:t>Check the physical </a:t>
            </a:r>
            <a:r>
              <a:rPr lang="en-GB" dirty="0" err="1">
                <a:ea typeface="+mn-lt"/>
                <a:cs typeface="+mn-lt"/>
              </a:rPr>
              <a:t>fiber</a:t>
            </a:r>
            <a:r>
              <a:rPr lang="en-GB" dirty="0">
                <a:ea typeface="+mn-lt"/>
                <a:cs typeface="+mn-lt"/>
              </a:rPr>
              <a:t> connection and ensure the following:</a:t>
            </a:r>
            <a:endParaRPr lang="en-GB" dirty="0"/>
          </a:p>
          <a:p>
            <a:r>
              <a:rPr lang="en-GB" dirty="0">
                <a:ea typeface="+mn-lt"/>
                <a:cs typeface="+mn-lt"/>
              </a:rPr>
              <a:t>Confirm that the </a:t>
            </a:r>
            <a:r>
              <a:rPr lang="en-GB" b="1" dirty="0" err="1">
                <a:ea typeface="+mn-lt"/>
                <a:cs typeface="+mn-lt"/>
              </a:rPr>
              <a:t>fiber</a:t>
            </a:r>
            <a:r>
              <a:rPr lang="en-GB" b="1" dirty="0">
                <a:ea typeface="+mn-lt"/>
                <a:cs typeface="+mn-lt"/>
              </a:rPr>
              <a:t> cable is securely connected</a:t>
            </a:r>
            <a:r>
              <a:rPr lang="en-GB" dirty="0">
                <a:ea typeface="+mn-lt"/>
                <a:cs typeface="+mn-lt"/>
              </a:rPr>
              <a:t>.</a:t>
            </a:r>
            <a:endParaRPr lang="en-GB" dirty="0"/>
          </a:p>
          <a:p>
            <a:r>
              <a:rPr lang="en-GB">
                <a:ea typeface="+mn-lt"/>
                <a:cs typeface="+mn-lt"/>
              </a:rPr>
              <a:t>Verify the </a:t>
            </a:r>
            <a:r>
              <a:rPr lang="en-GB" b="1">
                <a:ea typeface="+mn-lt"/>
                <a:cs typeface="+mn-lt"/>
              </a:rPr>
              <a:t>correct port patching</a:t>
            </a:r>
            <a:r>
              <a:rPr lang="en-GB">
                <a:ea typeface="+mn-lt"/>
                <a:cs typeface="+mn-lt"/>
              </a:rPr>
              <a:t> between the devices.</a:t>
            </a:r>
            <a:endParaRPr lang="en-GB"/>
          </a:p>
          <a:p>
            <a:r>
              <a:rPr lang="en-GB">
                <a:ea typeface="+mn-lt"/>
                <a:cs typeface="+mn-lt"/>
              </a:rPr>
              <a:t>Ensure the </a:t>
            </a:r>
            <a:r>
              <a:rPr lang="en-GB" b="1">
                <a:ea typeface="+mn-lt"/>
                <a:cs typeface="+mn-lt"/>
              </a:rPr>
              <a:t>TX ↔ RX polarity</a:t>
            </a:r>
            <a:r>
              <a:rPr lang="en-GB">
                <a:ea typeface="+mn-lt"/>
                <a:cs typeface="+mn-lt"/>
              </a:rPr>
              <a:t> is correct.</a:t>
            </a:r>
            <a:endParaRPr lang="en-GB"/>
          </a:p>
          <a:p>
            <a:r>
              <a:rPr lang="en-GB" dirty="0">
                <a:ea typeface="+mn-lt"/>
                <a:cs typeface="+mn-lt"/>
              </a:rPr>
              <a:t>Inspect and clean </a:t>
            </a:r>
            <a:r>
              <a:rPr lang="en-GB" dirty="0" err="1">
                <a:ea typeface="+mn-lt"/>
                <a:cs typeface="+mn-lt"/>
              </a:rPr>
              <a:t>fiber</a:t>
            </a:r>
            <a:r>
              <a:rPr lang="en-GB" dirty="0">
                <a:ea typeface="+mn-lt"/>
                <a:cs typeface="+mn-lt"/>
              </a:rPr>
              <a:t> connectors</a:t>
            </a:r>
          </a:p>
          <a:p>
            <a:r>
              <a:rPr lang="en-GB">
                <a:ea typeface="+mn-lt"/>
                <a:cs typeface="+mn-lt"/>
              </a:rPr>
              <a:t>Inspect and clean optical transceiver</a:t>
            </a:r>
            <a:endParaRPr lang="en-GB" dirty="0">
              <a:ea typeface="+mn-lt"/>
              <a:cs typeface="+mn-lt"/>
            </a:endParaRPr>
          </a:p>
          <a:p>
            <a:pPr marL="0" indent="0">
              <a:buNone/>
            </a:pPr>
            <a:r>
              <a:rPr lang="en-GB">
                <a:ea typeface="+mn-lt"/>
                <a:cs typeface="+mn-lt"/>
              </a:rPr>
              <a:t>If required:</a:t>
            </a:r>
            <a:endParaRPr lang="en-GB"/>
          </a:p>
          <a:p>
            <a:r>
              <a:rPr lang="en-GB" b="1">
                <a:ea typeface="+mn-lt"/>
                <a:cs typeface="+mn-lt"/>
              </a:rPr>
              <a:t>Reseat the cable</a:t>
            </a:r>
            <a:r>
              <a:rPr lang="en-GB">
                <a:ea typeface="+mn-lt"/>
                <a:cs typeface="+mn-lt"/>
              </a:rPr>
              <a:t> to ensure a proper connection.</a:t>
            </a:r>
            <a:endParaRPr lang="en-GB"/>
          </a:p>
          <a:p>
            <a:r>
              <a:rPr lang="en-GB" b="1" dirty="0">
                <a:ea typeface="+mn-lt"/>
                <a:cs typeface="+mn-lt"/>
              </a:rPr>
              <a:t>Replace the cable with a spare </a:t>
            </a:r>
            <a:r>
              <a:rPr lang="en-GB" b="1" dirty="0" err="1">
                <a:ea typeface="+mn-lt"/>
                <a:cs typeface="+mn-lt"/>
              </a:rPr>
              <a:t>fiber</a:t>
            </a:r>
            <a:r>
              <a:rPr lang="en-GB" b="1" dirty="0">
                <a:ea typeface="+mn-lt"/>
                <a:cs typeface="+mn-lt"/>
              </a:rPr>
              <a:t> cable</a:t>
            </a:r>
            <a:r>
              <a:rPr lang="en-GB" dirty="0">
                <a:ea typeface="+mn-lt"/>
                <a:cs typeface="+mn-lt"/>
              </a:rPr>
              <a:t> to rule out any cable-related issues.</a:t>
            </a:r>
            <a:endParaRPr lang="en-GB" dirty="0"/>
          </a:p>
          <a:p>
            <a:endParaRPr lang="en-GB"/>
          </a:p>
          <a:p>
            <a:endParaRPr lang="en-GB"/>
          </a:p>
          <a:p>
            <a:pPr marL="0" indent="0">
              <a:buNone/>
            </a:pPr>
            <a:r>
              <a:rPr lang="en-GB" b="1">
                <a:ea typeface="+mn-lt"/>
                <a:cs typeface="+mn-lt"/>
              </a:rPr>
              <a:t>Clean Fiber Connectors</a:t>
            </a:r>
            <a:endParaRPr lang="en-GB"/>
          </a:p>
          <a:p>
            <a:r>
              <a:rPr lang="en-GB" dirty="0">
                <a:ea typeface="+mn-lt"/>
                <a:cs typeface="+mn-lt"/>
              </a:rPr>
              <a:t>Contaminated </a:t>
            </a:r>
            <a:r>
              <a:rPr lang="en-GB" dirty="0" err="1">
                <a:ea typeface="+mn-lt"/>
                <a:cs typeface="+mn-lt"/>
              </a:rPr>
              <a:t>fiber</a:t>
            </a:r>
            <a:r>
              <a:rPr lang="en-GB" dirty="0">
                <a:ea typeface="+mn-lt"/>
                <a:cs typeface="+mn-lt"/>
              </a:rPr>
              <a:t> connectors can cause </a:t>
            </a:r>
            <a:r>
              <a:rPr lang="en-GB" b="1" dirty="0">
                <a:ea typeface="+mn-lt"/>
                <a:cs typeface="+mn-lt"/>
              </a:rPr>
              <a:t>signal degradation</a:t>
            </a:r>
            <a:r>
              <a:rPr lang="en-GB" dirty="0">
                <a:ea typeface="+mn-lt"/>
                <a:cs typeface="+mn-lt"/>
              </a:rPr>
              <a:t>.</a:t>
            </a:r>
            <a:endParaRPr lang="en-GB" dirty="0"/>
          </a:p>
          <a:p>
            <a:r>
              <a:rPr lang="en-GB" dirty="0">
                <a:ea typeface="+mn-lt"/>
                <a:cs typeface="+mn-lt"/>
              </a:rPr>
              <a:t>Inspect the </a:t>
            </a:r>
            <a:r>
              <a:rPr lang="en-GB" b="1" dirty="0" err="1">
                <a:ea typeface="+mn-lt"/>
                <a:cs typeface="+mn-lt"/>
              </a:rPr>
              <a:t>fiber</a:t>
            </a:r>
            <a:r>
              <a:rPr lang="en-GB" b="1" dirty="0">
                <a:ea typeface="+mn-lt"/>
                <a:cs typeface="+mn-lt"/>
              </a:rPr>
              <a:t> ends for dust or contamination</a:t>
            </a:r>
            <a:r>
              <a:rPr lang="en-GB" dirty="0">
                <a:ea typeface="+mn-lt"/>
                <a:cs typeface="+mn-lt"/>
              </a:rPr>
              <a:t>.</a:t>
            </a:r>
            <a:endParaRPr lang="en-GB" dirty="0"/>
          </a:p>
          <a:p>
            <a:r>
              <a:rPr lang="en-GB" dirty="0">
                <a:ea typeface="+mn-lt"/>
                <a:cs typeface="+mn-lt"/>
              </a:rPr>
              <a:t>Clean the connectors using </a:t>
            </a:r>
            <a:r>
              <a:rPr lang="en-GB" b="1" dirty="0">
                <a:ea typeface="+mn-lt"/>
                <a:cs typeface="+mn-lt"/>
              </a:rPr>
              <a:t>appropriate </a:t>
            </a:r>
            <a:r>
              <a:rPr lang="en-GB" b="1" dirty="0" err="1">
                <a:ea typeface="+mn-lt"/>
                <a:cs typeface="+mn-lt"/>
              </a:rPr>
              <a:t>fiber</a:t>
            </a:r>
            <a:r>
              <a:rPr lang="en-GB" b="1" dirty="0">
                <a:ea typeface="+mn-lt"/>
                <a:cs typeface="+mn-lt"/>
              </a:rPr>
              <a:t> cleaning tools</a:t>
            </a:r>
            <a:r>
              <a:rPr lang="en-GB" dirty="0">
                <a:ea typeface="+mn-lt"/>
                <a:cs typeface="+mn-lt"/>
              </a:rPr>
              <a:t>.</a:t>
            </a:r>
            <a:endParaRPr lang="en-GB" dirty="0"/>
          </a:p>
          <a:p>
            <a:r>
              <a:rPr lang="en-GB" dirty="0">
                <a:ea typeface="+mn-lt"/>
                <a:cs typeface="+mn-lt"/>
              </a:rPr>
              <a:t>Reconnect the </a:t>
            </a:r>
            <a:r>
              <a:rPr lang="en-GB" dirty="0" err="1">
                <a:ea typeface="+mn-lt"/>
                <a:cs typeface="+mn-lt"/>
              </a:rPr>
              <a:t>fiber</a:t>
            </a:r>
            <a:r>
              <a:rPr lang="en-GB" dirty="0">
                <a:ea typeface="+mn-lt"/>
                <a:cs typeface="+mn-lt"/>
              </a:rPr>
              <a:t> and </a:t>
            </a:r>
            <a:r>
              <a:rPr lang="en-GB" b="1" dirty="0">
                <a:ea typeface="+mn-lt"/>
                <a:cs typeface="+mn-lt"/>
              </a:rPr>
              <a:t>test the link again</a:t>
            </a:r>
            <a:r>
              <a:rPr lang="en-GB" dirty="0">
                <a:ea typeface="+mn-lt"/>
                <a:cs typeface="+mn-lt"/>
              </a:rPr>
              <a:t>.</a:t>
            </a:r>
            <a:endParaRPr lang="en-GB" dirty="0"/>
          </a:p>
          <a:p>
            <a:endParaRPr lang="en-GB"/>
          </a:p>
        </p:txBody>
      </p:sp>
    </p:spTree>
    <p:extLst>
      <p:ext uri="{BB962C8B-B14F-4D97-AF65-F5344CB8AC3E}">
        <p14:creationId xmlns:p14="http://schemas.microsoft.com/office/powerpoint/2010/main" val="1148120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022E0-C3B4-28FD-C46C-FBFE308F60DF}"/>
              </a:ext>
            </a:extLst>
          </p:cNvPr>
          <p:cNvSpPr>
            <a:spLocks noGrp="1"/>
          </p:cNvSpPr>
          <p:nvPr>
            <p:ph type="title"/>
          </p:nvPr>
        </p:nvSpPr>
        <p:spPr/>
        <p:txBody>
          <a:bodyPr/>
          <a:lstStyle/>
          <a:p>
            <a:r>
              <a:rPr lang="en-US" sz="1800" b="1">
                <a:solidFill>
                  <a:srgbClr val="2A2F2F"/>
                </a:solidFill>
                <a:latin typeface="Oracle Sans Tab"/>
              </a:rPr>
              <a:t>Steps to be performed to resolve this error.</a:t>
            </a:r>
            <a:endParaRPr lang="en-US"/>
          </a:p>
        </p:txBody>
      </p:sp>
      <p:sp>
        <p:nvSpPr>
          <p:cNvPr id="3" name="Content Placeholder 2">
            <a:extLst>
              <a:ext uri="{FF2B5EF4-FFF2-40B4-BE49-F238E27FC236}">
                <a16:creationId xmlns:a16="http://schemas.microsoft.com/office/drawing/2014/main" id="{A2122EF2-457C-760A-541E-4F6FF6C182AE}"/>
              </a:ext>
            </a:extLst>
          </p:cNvPr>
          <p:cNvSpPr>
            <a:spLocks noGrp="1"/>
          </p:cNvSpPr>
          <p:nvPr>
            <p:ph idx="1"/>
          </p:nvPr>
        </p:nvSpPr>
        <p:spPr>
          <a:xfrm>
            <a:off x="843972" y="1714424"/>
            <a:ext cx="10509828" cy="4628428"/>
          </a:xfrm>
        </p:spPr>
        <p:txBody>
          <a:bodyPr vert="horz" lIns="91440" tIns="45720" rIns="91440" bIns="45720" rtlCol="0" anchor="t">
            <a:noAutofit/>
          </a:bodyPr>
          <a:lstStyle/>
          <a:p>
            <a:pPr marL="0" indent="0">
              <a:buNone/>
            </a:pPr>
            <a:r>
              <a:rPr lang="en-GB" sz="1400" b="1"/>
              <a:t>Verify Optic Modules</a:t>
            </a:r>
            <a:endParaRPr lang="en-GB" sz="1400" dirty="0"/>
          </a:p>
          <a:p>
            <a:pPr marL="0" indent="0">
              <a:buNone/>
            </a:pPr>
            <a:r>
              <a:rPr lang="en-GB" sz="1400"/>
              <a:t>Check the health of the optic module.</a:t>
            </a:r>
            <a:endParaRPr lang="en-GB" sz="1400" dirty="0"/>
          </a:p>
          <a:p>
            <a:pPr marL="0" indent="0">
              <a:buNone/>
            </a:pPr>
            <a:r>
              <a:rPr lang="en-GB" sz="1400"/>
              <a:t>Look for:</a:t>
            </a:r>
            <a:endParaRPr lang="en-GB" sz="1400" dirty="0"/>
          </a:p>
          <a:p>
            <a:r>
              <a:rPr lang="en-GB" sz="1400" b="1"/>
              <a:t>Temperature alarms</a:t>
            </a:r>
            <a:endParaRPr lang="en-GB" sz="1400" dirty="0"/>
          </a:p>
          <a:p>
            <a:r>
              <a:rPr lang="en-GB" sz="1400" b="1"/>
              <a:t>Voltage warnings</a:t>
            </a:r>
            <a:endParaRPr lang="en-GB" sz="1400" dirty="0"/>
          </a:p>
          <a:p>
            <a:r>
              <a:rPr lang="en-GB" sz="1400" b="1"/>
              <a:t>Laser faults</a:t>
            </a:r>
            <a:endParaRPr lang="en-GB" sz="1400" dirty="0"/>
          </a:p>
          <a:p>
            <a:r>
              <a:rPr lang="en-GB" sz="1400" dirty="0">
                <a:ea typeface="+mn-lt"/>
                <a:cs typeface="+mn-lt"/>
              </a:rPr>
              <a:t>Inspect and clean </a:t>
            </a:r>
            <a:r>
              <a:rPr lang="en-GB" sz="1400" dirty="0" err="1">
                <a:ea typeface="+mn-lt"/>
                <a:cs typeface="+mn-lt"/>
              </a:rPr>
              <a:t>fiber</a:t>
            </a:r>
            <a:r>
              <a:rPr lang="en-GB" sz="1400" dirty="0">
                <a:ea typeface="+mn-lt"/>
                <a:cs typeface="+mn-lt"/>
              </a:rPr>
              <a:t> connectors</a:t>
            </a:r>
            <a:endParaRPr lang="en-GB" sz="1400" b="1" dirty="0"/>
          </a:p>
          <a:p>
            <a:r>
              <a:rPr lang="en-GB" sz="1400">
                <a:ea typeface="+mn-lt"/>
                <a:cs typeface="+mn-lt"/>
              </a:rPr>
              <a:t>Inspect and clean optical transceiver</a:t>
            </a:r>
            <a:endParaRPr lang="en-GB" sz="1400" dirty="0">
              <a:ea typeface="+mn-lt"/>
              <a:cs typeface="+mn-lt"/>
            </a:endParaRPr>
          </a:p>
          <a:p>
            <a:pPr marL="0" indent="0">
              <a:buNone/>
            </a:pPr>
            <a:r>
              <a:rPr lang="en-GB" sz="1400"/>
              <a:t>If necessary:</a:t>
            </a:r>
            <a:endParaRPr lang="en-GB" sz="1400" dirty="0"/>
          </a:p>
          <a:p>
            <a:r>
              <a:rPr lang="en-GB" sz="1400" b="1"/>
              <a:t>Reseat the optic module</a:t>
            </a:r>
            <a:r>
              <a:rPr lang="en-GB" sz="1400"/>
              <a:t>.</a:t>
            </a:r>
            <a:endParaRPr lang="en-GB" sz="1400" dirty="0"/>
          </a:p>
          <a:p>
            <a:r>
              <a:rPr lang="en-GB" sz="1400" b="1" dirty="0"/>
              <a:t>Replace it with a spare optic module</a:t>
            </a:r>
            <a:r>
              <a:rPr lang="en-GB" sz="1400" dirty="0"/>
              <a:t> to eliminate potential hardware issues.</a:t>
            </a:r>
          </a:p>
          <a:p>
            <a:pPr marL="0" indent="0">
              <a:buNone/>
            </a:pPr>
            <a:br>
              <a:rPr lang="en-GB" sz="1400" b="1" dirty="0"/>
            </a:br>
            <a:endParaRPr lang="en-GB" sz="1400" b="1"/>
          </a:p>
          <a:p>
            <a:endParaRPr lang="en-GB" dirty="0"/>
          </a:p>
        </p:txBody>
      </p:sp>
    </p:spTree>
    <p:extLst>
      <p:ext uri="{BB962C8B-B14F-4D97-AF65-F5344CB8AC3E}">
        <p14:creationId xmlns:p14="http://schemas.microsoft.com/office/powerpoint/2010/main" val="4170850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CD0E-3AC0-B4E7-1B00-262B2AB49998}"/>
              </a:ext>
            </a:extLst>
          </p:cNvPr>
          <p:cNvSpPr>
            <a:spLocks noGrp="1"/>
          </p:cNvSpPr>
          <p:nvPr>
            <p:ph type="title"/>
          </p:nvPr>
        </p:nvSpPr>
        <p:spPr/>
        <p:txBody>
          <a:bodyPr/>
          <a:lstStyle/>
          <a:p>
            <a:r>
              <a:rPr lang="en-US" sz="1800" b="1">
                <a:solidFill>
                  <a:srgbClr val="2A2F2F"/>
                </a:solidFill>
                <a:latin typeface="Oracle Sans Tab"/>
              </a:rPr>
              <a:t>Steps to be performed to resolve this error.</a:t>
            </a:r>
            <a:endParaRPr lang="en-US"/>
          </a:p>
        </p:txBody>
      </p:sp>
      <p:sp>
        <p:nvSpPr>
          <p:cNvPr id="3" name="Content Placeholder 2">
            <a:extLst>
              <a:ext uri="{FF2B5EF4-FFF2-40B4-BE49-F238E27FC236}">
                <a16:creationId xmlns:a16="http://schemas.microsoft.com/office/drawing/2014/main" id="{DEC79AFD-72C1-24A9-52FE-7A8553F099E6}"/>
              </a:ext>
            </a:extLst>
          </p:cNvPr>
          <p:cNvSpPr>
            <a:spLocks noGrp="1"/>
          </p:cNvSpPr>
          <p:nvPr>
            <p:ph idx="1"/>
          </p:nvPr>
        </p:nvSpPr>
        <p:spPr/>
        <p:txBody>
          <a:bodyPr vert="horz" lIns="91440" tIns="45720" rIns="91440" bIns="45720" rtlCol="0" anchor="t">
            <a:normAutofit/>
          </a:bodyPr>
          <a:lstStyle/>
          <a:p>
            <a:r>
              <a:rPr lang="en-GB" sz="1400" b="1"/>
              <a:t>Test with Spare Components</a:t>
            </a:r>
            <a:endParaRPr lang="en-GB" sz="1400"/>
          </a:p>
          <a:p>
            <a:r>
              <a:rPr lang="en-GB" sz="1400"/>
              <a:t>To isolate the root cause:</a:t>
            </a:r>
          </a:p>
          <a:p>
            <a:r>
              <a:rPr lang="en-GB" sz="1400" dirty="0"/>
              <a:t>Replace the </a:t>
            </a:r>
            <a:r>
              <a:rPr lang="en-GB" sz="1400" b="1" dirty="0" err="1"/>
              <a:t>fiber</a:t>
            </a:r>
            <a:r>
              <a:rPr lang="en-GB" sz="1400" b="1" dirty="0"/>
              <a:t> cable</a:t>
            </a:r>
            <a:r>
              <a:rPr lang="en-GB" sz="1400" dirty="0"/>
              <a:t>.</a:t>
            </a:r>
            <a:endParaRPr lang="en-US" sz="1400" dirty="0"/>
          </a:p>
          <a:p>
            <a:r>
              <a:rPr lang="en-GB" sz="1400"/>
              <a:t>Replace the </a:t>
            </a:r>
            <a:r>
              <a:rPr lang="en-GB" sz="1400" b="1"/>
              <a:t>optic module</a:t>
            </a:r>
            <a:r>
              <a:rPr lang="en-GB" sz="1400"/>
              <a:t>.</a:t>
            </a:r>
          </a:p>
          <a:p>
            <a:r>
              <a:rPr lang="en-GB" sz="1400"/>
              <a:t>Test the connection using </a:t>
            </a:r>
            <a:r>
              <a:rPr lang="en-GB" sz="1400" b="1"/>
              <a:t>another interface port</a:t>
            </a:r>
            <a:r>
              <a:rPr lang="en-GB" sz="1400"/>
              <a:t>, if available.</a:t>
            </a:r>
            <a:endParaRPr lang="en-US" sz="1400"/>
          </a:p>
          <a:p>
            <a:endParaRPr lang="en-GB" sz="1400" dirty="0"/>
          </a:p>
          <a:p>
            <a:r>
              <a:rPr lang="en-GB" sz="1400" b="1" dirty="0">
                <a:solidFill>
                  <a:srgbClr val="2A2F2F"/>
                </a:solidFill>
                <a:latin typeface="Oracle Sans Tab"/>
              </a:rPr>
              <a:t>Escalation Metric</a:t>
            </a:r>
            <a:r>
              <a:rPr lang="en-GB" sz="1400" dirty="0">
                <a:solidFill>
                  <a:srgbClr val="2A2F2F"/>
                </a:solidFill>
                <a:latin typeface="Oracle Sans Tab"/>
              </a:rPr>
              <a:t>: </a:t>
            </a:r>
            <a:br>
              <a:rPr lang="en-GB" sz="1400" dirty="0">
                <a:solidFill>
                  <a:srgbClr val="2A2F2F"/>
                </a:solidFill>
                <a:latin typeface="Oracle Sans Tab"/>
              </a:rPr>
            </a:br>
            <a:r>
              <a:rPr lang="en-GB" sz="1400" dirty="0"/>
              <a:t>Even after LVV has completed all troubleshooting steps, if the issue still persists, please reach out to the CNE-AI2ND team for further investigation from the switch side.</a:t>
            </a:r>
          </a:p>
          <a:p>
            <a:endParaRPr lang="en-GB" dirty="0"/>
          </a:p>
        </p:txBody>
      </p:sp>
    </p:spTree>
    <p:extLst>
      <p:ext uri="{BB962C8B-B14F-4D97-AF65-F5344CB8AC3E}">
        <p14:creationId xmlns:p14="http://schemas.microsoft.com/office/powerpoint/2010/main" val="1771117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3F27EC1-AA04-9833-C271-949CA98B2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6C1CD-6E88-9688-62C3-B0893EEC3B7D}"/>
              </a:ext>
            </a:extLst>
          </p:cNvPr>
          <p:cNvSpPr>
            <a:spLocks noGrp="1"/>
          </p:cNvSpPr>
          <p:nvPr>
            <p:ph type="ctrTitle"/>
          </p:nvPr>
        </p:nvSpPr>
        <p:spPr>
          <a:xfrm>
            <a:off x="800048" y="2577103"/>
            <a:ext cx="6400800" cy="1280160"/>
          </a:xfrm>
        </p:spPr>
        <p:txBody>
          <a:bodyPr/>
          <a:lstStyle/>
          <a:p>
            <a:r>
              <a:rPr lang="en-US">
                <a:latin typeface="Oracle Sans Tab"/>
              </a:rPr>
              <a:t>Power supply Down Issue</a:t>
            </a:r>
            <a:endParaRPr lang="en-US" dirty="0">
              <a:latin typeface="Oracle Sans Tab"/>
            </a:endParaRPr>
          </a:p>
        </p:txBody>
      </p:sp>
      <p:sp>
        <p:nvSpPr>
          <p:cNvPr id="7" name="Slide Number Placeholder 6">
            <a:extLst>
              <a:ext uri="{FF2B5EF4-FFF2-40B4-BE49-F238E27FC236}">
                <a16:creationId xmlns:a16="http://schemas.microsoft.com/office/drawing/2014/main" id="{ACC34D6E-D78C-35C0-8025-9B6A0E414453}"/>
              </a:ext>
            </a:extLst>
          </p:cNvPr>
          <p:cNvSpPr>
            <a:spLocks noGrp="1"/>
          </p:cNvSpPr>
          <p:nvPr>
            <p:ph type="sldNum" sz="quarter" idx="12"/>
          </p:nvPr>
        </p:nvSpPr>
        <p:spPr>
          <a:xfrm>
            <a:off x="762000" y="6995117"/>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800" b="0" i="0" u="none" strike="noStrike" kern="1200" cap="none" spc="0" normalizeH="0" baseline="0" noProof="0" smtClean="0">
                <a:ln>
                  <a:noFill/>
                </a:ln>
                <a:no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noFill/>
              <a:effectLst/>
              <a:uLnTx/>
              <a:uFillTx/>
              <a:latin typeface="Oracle Sans Tab"/>
              <a:ea typeface="+mn-ea"/>
              <a:cs typeface="+mn-cs"/>
            </a:endParaRPr>
          </a:p>
        </p:txBody>
      </p:sp>
      <p:sp>
        <p:nvSpPr>
          <p:cNvPr id="6" name="Footer Placeholder 5">
            <a:extLst>
              <a:ext uri="{FF2B5EF4-FFF2-40B4-BE49-F238E27FC236}">
                <a16:creationId xmlns:a16="http://schemas.microsoft.com/office/drawing/2014/main" id="{691E21E2-A12E-7EDF-4E5B-CC1C6918F24A}"/>
              </a:ext>
            </a:extLst>
          </p:cNvPr>
          <p:cNvSpPr>
            <a:spLocks noGrp="1"/>
          </p:cNvSpPr>
          <p:nvPr>
            <p:ph type="ftr" sz="quarter" idx="36"/>
          </p:nvPr>
        </p:nvSpPr>
        <p:spPr>
          <a:xfrm>
            <a:off x="1127759" y="6995435"/>
            <a:ext cx="57453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noFill/>
                <a:effectLst/>
                <a:uLnTx/>
                <a:uFillTx/>
                <a:latin typeface="Oracle Sans Tab"/>
                <a:ea typeface="+mn-ea"/>
                <a:cs typeface="+mn-cs"/>
              </a:rPr>
              <a:t>Copyright © 2026, Oracle and/or its affiliates |  Confidential: Internal/Restricted/Highly Restricted</a:t>
            </a:r>
          </a:p>
        </p:txBody>
      </p:sp>
    </p:spTree>
    <p:extLst>
      <p:ext uri="{BB962C8B-B14F-4D97-AF65-F5344CB8AC3E}">
        <p14:creationId xmlns:p14="http://schemas.microsoft.com/office/powerpoint/2010/main" val="452153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4E30B-31DF-3CE4-8298-90E7B8E214E4}"/>
              </a:ext>
            </a:extLst>
          </p:cNvPr>
          <p:cNvSpPr>
            <a:spLocks noGrp="1"/>
          </p:cNvSpPr>
          <p:nvPr>
            <p:ph type="title"/>
          </p:nvPr>
        </p:nvSpPr>
        <p:spPr/>
        <p:txBody>
          <a:bodyPr>
            <a:normAutofit/>
          </a:bodyPr>
          <a:lstStyle/>
          <a:p>
            <a:r>
              <a:rPr lang="en-US" sz="2000" b="1">
                <a:solidFill>
                  <a:srgbClr val="2A2F2F"/>
                </a:solidFill>
                <a:latin typeface="Oracle Sans Tab"/>
              </a:rPr>
              <a:t>Power supply Down Issue</a:t>
            </a:r>
            <a:endParaRPr lang="en-US" sz="2000"/>
          </a:p>
        </p:txBody>
      </p:sp>
      <p:pic>
        <p:nvPicPr>
          <p:cNvPr id="4" name="Content Placeholder 3" descr="A screenshot of a phone&#10;&#10;AI-generated content may be incorrect.">
            <a:extLst>
              <a:ext uri="{FF2B5EF4-FFF2-40B4-BE49-F238E27FC236}">
                <a16:creationId xmlns:a16="http://schemas.microsoft.com/office/drawing/2014/main" id="{32DE3FBB-0D8A-0B7F-C723-67C1A4A8E241}"/>
              </a:ext>
            </a:extLst>
          </p:cNvPr>
          <p:cNvPicPr>
            <a:picLocks noGrp="1" noChangeAspect="1"/>
          </p:cNvPicPr>
          <p:nvPr>
            <p:ph idx="1"/>
          </p:nvPr>
        </p:nvPicPr>
        <p:blipFill>
          <a:blip r:embed="rId2"/>
          <a:stretch>
            <a:fillRect/>
          </a:stretch>
        </p:blipFill>
        <p:spPr>
          <a:xfrm>
            <a:off x="488092" y="1700111"/>
            <a:ext cx="11366843" cy="2508581"/>
          </a:xfrm>
          <a:prstGeom prst="rect">
            <a:avLst/>
          </a:prstGeom>
        </p:spPr>
      </p:pic>
    </p:spTree>
    <p:extLst>
      <p:ext uri="{BB962C8B-B14F-4D97-AF65-F5344CB8AC3E}">
        <p14:creationId xmlns:p14="http://schemas.microsoft.com/office/powerpoint/2010/main" val="2688625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F436-E739-849A-67A8-E5EB362673C6}"/>
              </a:ext>
            </a:extLst>
          </p:cNvPr>
          <p:cNvSpPr>
            <a:spLocks noGrp="1"/>
          </p:cNvSpPr>
          <p:nvPr>
            <p:ph type="title"/>
          </p:nvPr>
        </p:nvSpPr>
        <p:spPr/>
        <p:txBody>
          <a:bodyPr/>
          <a:lstStyle/>
          <a:p>
            <a:r>
              <a:rPr lang="en-US" sz="2000" b="1">
                <a:solidFill>
                  <a:srgbClr val="2A2F2F"/>
                </a:solidFill>
                <a:latin typeface="Oracle Sans Tab"/>
              </a:rPr>
              <a:t>Power supply Down Issue</a:t>
            </a:r>
            <a:br>
              <a:rPr lang="en-US" sz="2000" b="1" dirty="0">
                <a:latin typeface="Oracle Sans Tab"/>
              </a:rPr>
            </a:br>
            <a:br>
              <a:rPr lang="en-US" sz="2000" b="1" dirty="0">
                <a:latin typeface="Oracle Sans Tab"/>
              </a:rPr>
            </a:br>
            <a:r>
              <a:rPr lang="en-US" sz="2000" b="1">
                <a:latin typeface="Oracle Sans Tab"/>
              </a:rPr>
              <a:t>Steps to be performed to resolve this error.</a:t>
            </a:r>
            <a:endParaRPr lang="en-US"/>
          </a:p>
        </p:txBody>
      </p:sp>
      <p:sp>
        <p:nvSpPr>
          <p:cNvPr id="3" name="Content Placeholder 2">
            <a:extLst>
              <a:ext uri="{FF2B5EF4-FFF2-40B4-BE49-F238E27FC236}">
                <a16:creationId xmlns:a16="http://schemas.microsoft.com/office/drawing/2014/main" id="{46E7128F-1716-E48D-FB68-B3834954AD43}"/>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GB" sz="1600" b="1"/>
              <a:t>Physical Inspection</a:t>
            </a:r>
            <a:endParaRPr lang="en-US" sz="1600" b="1"/>
          </a:p>
          <a:p>
            <a:r>
              <a:rPr lang="en-GB" sz="1400" dirty="0">
                <a:ea typeface="+mn-lt"/>
                <a:cs typeface="+mn-lt"/>
              </a:rPr>
              <a:t>Ensure the </a:t>
            </a:r>
            <a:r>
              <a:rPr lang="en-GB" sz="1400" b="1" dirty="0">
                <a:ea typeface="+mn-lt"/>
                <a:cs typeface="+mn-lt"/>
              </a:rPr>
              <a:t>power cable is firmly connected</a:t>
            </a:r>
            <a:r>
              <a:rPr lang="en-GB" sz="1400" dirty="0">
                <a:ea typeface="+mn-lt"/>
                <a:cs typeface="+mn-lt"/>
              </a:rPr>
              <a:t> to the PSU and power source.</a:t>
            </a:r>
            <a:endParaRPr lang="en-GB" sz="1400"/>
          </a:p>
          <a:p>
            <a:r>
              <a:rPr lang="en-GB" sz="1400">
                <a:ea typeface="+mn-lt"/>
                <a:cs typeface="+mn-lt"/>
              </a:rPr>
              <a:t>Check if the </a:t>
            </a:r>
            <a:r>
              <a:rPr lang="en-GB" sz="1400" b="1">
                <a:ea typeface="+mn-lt"/>
                <a:cs typeface="+mn-lt"/>
              </a:rPr>
              <a:t>PSU LED indicators</a:t>
            </a:r>
            <a:r>
              <a:rPr lang="en-GB" sz="1400">
                <a:ea typeface="+mn-lt"/>
                <a:cs typeface="+mn-lt"/>
              </a:rPr>
              <a:t> are on, off, or showing an error state.</a:t>
            </a:r>
            <a:endParaRPr lang="en-GB" sz="1400"/>
          </a:p>
          <a:p>
            <a:r>
              <a:rPr lang="en-GB" sz="1400">
                <a:ea typeface="+mn-lt"/>
                <a:cs typeface="+mn-lt"/>
              </a:rPr>
              <a:t>Inspect for any </a:t>
            </a:r>
            <a:r>
              <a:rPr lang="en-GB" sz="1400" b="1">
                <a:ea typeface="+mn-lt"/>
                <a:cs typeface="+mn-lt"/>
              </a:rPr>
              <a:t>visible damage or loose connections</a:t>
            </a:r>
            <a:r>
              <a:rPr lang="en-GB" sz="1400">
                <a:ea typeface="+mn-lt"/>
                <a:cs typeface="+mn-lt"/>
              </a:rPr>
              <a:t>.</a:t>
            </a:r>
            <a:endParaRPr lang="en-GB" sz="1400"/>
          </a:p>
          <a:p>
            <a:pPr marL="0" indent="0">
              <a:lnSpc>
                <a:spcPct val="100000"/>
              </a:lnSpc>
              <a:buNone/>
            </a:pPr>
            <a:br>
              <a:rPr lang="en-GB" dirty="0"/>
            </a:br>
            <a:r>
              <a:rPr lang="en-GB" sz="1600" b="1"/>
              <a:t>Power Source Validation</a:t>
            </a:r>
            <a:endParaRPr lang="en-GB" sz="1600" b="1" dirty="0"/>
          </a:p>
          <a:p>
            <a:pPr>
              <a:lnSpc>
                <a:spcPct val="100000"/>
              </a:lnSpc>
            </a:pPr>
            <a:r>
              <a:rPr lang="en-GB" sz="1400">
                <a:ea typeface="+mn-lt"/>
                <a:cs typeface="+mn-lt"/>
              </a:rPr>
              <a:t>Verify that the Power Distribution Unit (PDU) or wall power outlet is active.</a:t>
            </a:r>
          </a:p>
          <a:p>
            <a:pPr>
              <a:lnSpc>
                <a:spcPct val="100000"/>
              </a:lnSpc>
            </a:pPr>
            <a:r>
              <a:rPr lang="en-GB" sz="1400">
                <a:ea typeface="+mn-lt"/>
                <a:cs typeface="+mn-lt"/>
              </a:rPr>
              <a:t>Check if the circuit breaker is tripped.</a:t>
            </a:r>
          </a:p>
          <a:p>
            <a:pPr>
              <a:lnSpc>
                <a:spcPct val="100000"/>
              </a:lnSpc>
            </a:pPr>
            <a:r>
              <a:rPr lang="en-GB" sz="1400">
                <a:ea typeface="+mn-lt"/>
                <a:cs typeface="+mn-lt"/>
              </a:rPr>
              <a:t>Confirm that the correct voltage and power rating are being supplied.</a:t>
            </a:r>
            <a:br>
              <a:rPr lang="en-GB" sz="1400" dirty="0">
                <a:ea typeface="+mn-lt"/>
                <a:cs typeface="+mn-lt"/>
              </a:rPr>
            </a:br>
            <a:endParaRPr lang="en-GB" sz="1400" dirty="0">
              <a:ea typeface="+mn-lt"/>
              <a:cs typeface="+mn-lt"/>
            </a:endParaRPr>
          </a:p>
          <a:p>
            <a:pPr marL="0" indent="0">
              <a:buNone/>
            </a:pPr>
            <a:r>
              <a:rPr lang="en-GB" sz="1600" b="1"/>
              <a:t>Cable and Port Check</a:t>
            </a:r>
            <a:endParaRPr lang="en-GB" sz="1600" b="1" dirty="0"/>
          </a:p>
          <a:p>
            <a:r>
              <a:rPr lang="en-GB" sz="1400">
                <a:ea typeface="+mn-lt"/>
                <a:cs typeface="+mn-lt"/>
              </a:rPr>
              <a:t>Reseat the </a:t>
            </a:r>
            <a:r>
              <a:rPr lang="en-GB" sz="1400" b="1">
                <a:ea typeface="+mn-lt"/>
                <a:cs typeface="+mn-lt"/>
              </a:rPr>
              <a:t>power cable</a:t>
            </a:r>
            <a:r>
              <a:rPr lang="en-GB" sz="1400">
                <a:ea typeface="+mn-lt"/>
                <a:cs typeface="+mn-lt"/>
              </a:rPr>
              <a:t> from both ends (PSU and PDU).</a:t>
            </a:r>
            <a:endParaRPr lang="en-GB"/>
          </a:p>
          <a:p>
            <a:r>
              <a:rPr lang="en-GB" sz="1400">
                <a:ea typeface="+mn-lt"/>
                <a:cs typeface="+mn-lt"/>
              </a:rPr>
              <a:t>Try </a:t>
            </a:r>
            <a:r>
              <a:rPr lang="en-GB" sz="1400" b="1">
                <a:ea typeface="+mn-lt"/>
                <a:cs typeface="+mn-lt"/>
              </a:rPr>
              <a:t>another known-good power cable</a:t>
            </a:r>
            <a:r>
              <a:rPr lang="en-GB" sz="1400">
                <a:ea typeface="+mn-lt"/>
                <a:cs typeface="+mn-lt"/>
              </a:rPr>
              <a:t> if available.</a:t>
            </a:r>
            <a:endParaRPr lang="en-GB"/>
          </a:p>
          <a:p>
            <a:r>
              <a:rPr lang="en-GB" sz="1400">
                <a:ea typeface="+mn-lt"/>
                <a:cs typeface="+mn-lt"/>
              </a:rPr>
              <a:t>Move the PSU connection to a </a:t>
            </a:r>
            <a:r>
              <a:rPr lang="en-GB" sz="1400" b="1">
                <a:ea typeface="+mn-lt"/>
                <a:cs typeface="+mn-lt"/>
              </a:rPr>
              <a:t>different PDU port</a:t>
            </a:r>
            <a:r>
              <a:rPr lang="en-GB" sz="1400">
                <a:ea typeface="+mn-lt"/>
                <a:cs typeface="+mn-lt"/>
              </a:rPr>
              <a:t> to rule out port failure.</a:t>
            </a:r>
            <a:endParaRPr lang="en-GB"/>
          </a:p>
          <a:p>
            <a:pPr>
              <a:lnSpc>
                <a:spcPct val="100000"/>
              </a:lnSpc>
            </a:pPr>
            <a:endParaRPr lang="en-GB" sz="1400" dirty="0"/>
          </a:p>
          <a:p>
            <a:endParaRPr lang="en-GB" dirty="0"/>
          </a:p>
        </p:txBody>
      </p:sp>
    </p:spTree>
    <p:extLst>
      <p:ext uri="{BB962C8B-B14F-4D97-AF65-F5344CB8AC3E}">
        <p14:creationId xmlns:p14="http://schemas.microsoft.com/office/powerpoint/2010/main" val="3594283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9043F-0BFD-FE5B-9848-00217B4A0F6D}"/>
              </a:ext>
            </a:extLst>
          </p:cNvPr>
          <p:cNvSpPr>
            <a:spLocks noGrp="1"/>
          </p:cNvSpPr>
          <p:nvPr>
            <p:ph type="title"/>
          </p:nvPr>
        </p:nvSpPr>
        <p:spPr/>
        <p:txBody>
          <a:bodyPr/>
          <a:lstStyle/>
          <a:p>
            <a:r>
              <a:rPr lang="en-US" sz="2000" b="1">
                <a:solidFill>
                  <a:srgbClr val="2A2F2F"/>
                </a:solidFill>
                <a:latin typeface="Oracle Sans Tab"/>
              </a:rPr>
              <a:t>Power supply Down Issue</a:t>
            </a:r>
            <a:br>
              <a:rPr lang="en-US" sz="2000" b="1" dirty="0">
                <a:solidFill>
                  <a:srgbClr val="2A2F2F"/>
                </a:solidFill>
                <a:latin typeface="Oracle Sans Tab"/>
              </a:rPr>
            </a:br>
            <a:br>
              <a:rPr lang="en-US" sz="2000" b="1" dirty="0">
                <a:solidFill>
                  <a:srgbClr val="2A2F2F"/>
                </a:solidFill>
                <a:latin typeface="Oracle Sans Tab"/>
              </a:rPr>
            </a:br>
            <a:r>
              <a:rPr lang="en-US" sz="2000" b="1">
                <a:solidFill>
                  <a:srgbClr val="2A2F2F"/>
                </a:solidFill>
                <a:latin typeface="Oracle Sans Tab"/>
              </a:rPr>
              <a:t>Steps to be performed to resolve this error.</a:t>
            </a:r>
            <a:endParaRPr lang="en-US"/>
          </a:p>
        </p:txBody>
      </p:sp>
      <p:sp>
        <p:nvSpPr>
          <p:cNvPr id="3" name="Content Placeholder 2">
            <a:extLst>
              <a:ext uri="{FF2B5EF4-FFF2-40B4-BE49-F238E27FC236}">
                <a16:creationId xmlns:a16="http://schemas.microsoft.com/office/drawing/2014/main" id="{2896C6A4-482E-AF9C-FD1E-62140BF33AD7}"/>
              </a:ext>
            </a:extLst>
          </p:cNvPr>
          <p:cNvSpPr>
            <a:spLocks noGrp="1"/>
          </p:cNvSpPr>
          <p:nvPr>
            <p:ph idx="1"/>
          </p:nvPr>
        </p:nvSpPr>
        <p:spPr/>
        <p:txBody>
          <a:bodyPr vert="horz" lIns="91440" tIns="45720" rIns="91440" bIns="45720" rtlCol="0" anchor="t">
            <a:normAutofit/>
          </a:bodyPr>
          <a:lstStyle/>
          <a:p>
            <a:r>
              <a:rPr lang="en-GB" sz="1500" b="1"/>
              <a:t>PSU Reseating</a:t>
            </a:r>
          </a:p>
          <a:p>
            <a:r>
              <a:rPr lang="en-GB" sz="1300">
                <a:ea typeface="+mn-lt"/>
                <a:cs typeface="+mn-lt"/>
              </a:rPr>
              <a:t>If the PSU is hot-swappable:</a:t>
            </a:r>
          </a:p>
          <a:p>
            <a:r>
              <a:rPr lang="en-GB" sz="1300" dirty="0">
                <a:ea typeface="+mn-lt"/>
                <a:cs typeface="+mn-lt"/>
              </a:rPr>
              <a:t>Carefully remove the </a:t>
            </a:r>
            <a:r>
              <a:rPr lang="en-GB" sz="1300">
                <a:ea typeface="+mn-lt"/>
                <a:cs typeface="+mn-lt"/>
              </a:rPr>
              <a:t>PSU.</a:t>
            </a:r>
            <a:endParaRPr lang="en-GB"/>
          </a:p>
          <a:p>
            <a:r>
              <a:rPr lang="en-GB" sz="1300">
                <a:ea typeface="+mn-lt"/>
                <a:cs typeface="+mn-lt"/>
              </a:rPr>
              <a:t>Inspect the connectors and slot for dust or damage.</a:t>
            </a:r>
            <a:endParaRPr lang="en-GB" dirty="0">
              <a:ea typeface="+mn-lt"/>
              <a:cs typeface="+mn-lt"/>
            </a:endParaRPr>
          </a:p>
          <a:p>
            <a:r>
              <a:rPr lang="en-GB" sz="1300">
                <a:ea typeface="+mn-lt"/>
                <a:cs typeface="+mn-lt"/>
              </a:rPr>
              <a:t>Reinsert the PSU firmly and check if it powers up.</a:t>
            </a:r>
            <a:endParaRPr lang="en-GB"/>
          </a:p>
          <a:p>
            <a:pPr marL="0" indent="0">
              <a:buNone/>
            </a:pPr>
            <a:br>
              <a:rPr lang="en-GB" dirty="0"/>
            </a:br>
            <a:r>
              <a:rPr lang="en-GB" sz="1500" b="1"/>
              <a:t>Cross Verification</a:t>
            </a:r>
            <a:endParaRPr lang="en-GB" sz="1500" b="1" dirty="0"/>
          </a:p>
          <a:p>
            <a:r>
              <a:rPr lang="en-GB" sz="1300">
                <a:ea typeface="+mn-lt"/>
                <a:cs typeface="+mn-lt"/>
              </a:rPr>
              <a:t>Swap the suspected faulty PSU with a known working PSU (if available).</a:t>
            </a:r>
          </a:p>
          <a:p>
            <a:r>
              <a:rPr lang="en-GB" sz="1300" dirty="0">
                <a:ea typeface="+mn-lt"/>
                <a:cs typeface="+mn-lt"/>
              </a:rPr>
              <a:t>If the issue follows the PSU, it is likely hardware failure.</a:t>
            </a:r>
            <a:endParaRPr lang="en-US" dirty="0"/>
          </a:p>
          <a:p>
            <a:pPr marL="0" indent="0">
              <a:buNone/>
            </a:pPr>
            <a:br>
              <a:rPr lang="en-GB" sz="1500" b="1" dirty="0"/>
            </a:br>
            <a:br>
              <a:rPr lang="en-GB" sz="1500" b="1" dirty="0"/>
            </a:br>
            <a:r>
              <a:rPr lang="en-GB" sz="1500" b="1"/>
              <a:t>Hardware Replacement </a:t>
            </a:r>
            <a:endParaRPr lang="en-GB" sz="1500" b="1" dirty="0"/>
          </a:p>
          <a:p>
            <a:r>
              <a:rPr lang="en-GB" sz="1300">
                <a:ea typeface="+mn-lt"/>
                <a:cs typeface="+mn-lt"/>
              </a:rPr>
              <a:t>If the PSU still shows down/failure status, open a hardware replacement ticket (RMA) with the vendor.</a:t>
            </a:r>
          </a:p>
          <a:p>
            <a:r>
              <a:rPr lang="en-GB" sz="1300">
                <a:ea typeface="+mn-lt"/>
                <a:cs typeface="+mn-lt"/>
              </a:rPr>
              <a:t>Provide logs, device model, PSU serial number, and troubleshooting steps performed.</a:t>
            </a:r>
          </a:p>
          <a:p>
            <a:endParaRPr lang="en-GB" dirty="0"/>
          </a:p>
        </p:txBody>
      </p:sp>
    </p:spTree>
    <p:extLst>
      <p:ext uri="{BB962C8B-B14F-4D97-AF65-F5344CB8AC3E}">
        <p14:creationId xmlns:p14="http://schemas.microsoft.com/office/powerpoint/2010/main" val="3820422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81A7F-70A1-14F3-F36D-CBAEDA5B1DF8}"/>
              </a:ext>
            </a:extLst>
          </p:cNvPr>
          <p:cNvSpPr>
            <a:spLocks noGrp="1"/>
          </p:cNvSpPr>
          <p:nvPr>
            <p:ph type="title"/>
          </p:nvPr>
        </p:nvSpPr>
        <p:spPr/>
        <p:txBody>
          <a:bodyPr/>
          <a:lstStyle/>
          <a:p>
            <a:r>
              <a:rPr lang="en-US" sz="2000" b="1">
                <a:solidFill>
                  <a:srgbClr val="2A2F2F"/>
                </a:solidFill>
                <a:latin typeface="Oracle Sans Tab"/>
              </a:rPr>
              <a:t>Power supply Down Issue</a:t>
            </a:r>
            <a:br>
              <a:rPr lang="en-US" sz="2000" b="1" dirty="0">
                <a:solidFill>
                  <a:srgbClr val="2A2F2F"/>
                </a:solidFill>
                <a:latin typeface="Oracle Sans Tab"/>
              </a:rPr>
            </a:br>
            <a:br>
              <a:rPr lang="en-US" sz="2000" b="1" dirty="0">
                <a:solidFill>
                  <a:srgbClr val="2A2F2F"/>
                </a:solidFill>
                <a:latin typeface="Oracle Sans Tab"/>
              </a:rPr>
            </a:br>
            <a:r>
              <a:rPr lang="en-US" sz="2000" b="1">
                <a:solidFill>
                  <a:srgbClr val="2A2F2F"/>
                </a:solidFill>
                <a:latin typeface="Oracle Sans Tab"/>
              </a:rPr>
              <a:t>Steps to be performed to resolve this error.</a:t>
            </a:r>
            <a:endParaRPr lang="en-US"/>
          </a:p>
        </p:txBody>
      </p:sp>
      <p:sp>
        <p:nvSpPr>
          <p:cNvPr id="3" name="Content Placeholder 2">
            <a:extLst>
              <a:ext uri="{FF2B5EF4-FFF2-40B4-BE49-F238E27FC236}">
                <a16:creationId xmlns:a16="http://schemas.microsoft.com/office/drawing/2014/main" id="{ABF9B7BD-87FF-5E64-3E90-317DFD6BA4B6}"/>
              </a:ext>
            </a:extLst>
          </p:cNvPr>
          <p:cNvSpPr>
            <a:spLocks noGrp="1"/>
          </p:cNvSpPr>
          <p:nvPr>
            <p:ph idx="1"/>
          </p:nvPr>
        </p:nvSpPr>
        <p:spPr/>
        <p:txBody>
          <a:bodyPr vert="horz" lIns="91440" tIns="45720" rIns="91440" bIns="45720" rtlCol="0" anchor="t">
            <a:normAutofit/>
          </a:bodyPr>
          <a:lstStyle/>
          <a:p>
            <a:r>
              <a:rPr lang="en-GB" sz="1400" b="1" dirty="0">
                <a:solidFill>
                  <a:srgbClr val="2A2F2F"/>
                </a:solidFill>
                <a:latin typeface="Oracle Sans Tab"/>
              </a:rPr>
              <a:t>Escalation Metric</a:t>
            </a:r>
            <a:r>
              <a:rPr lang="en-GB" sz="1400" dirty="0">
                <a:solidFill>
                  <a:srgbClr val="2A2F2F"/>
                </a:solidFill>
                <a:latin typeface="Oracle Sans Tab"/>
              </a:rPr>
              <a:t>: </a:t>
            </a:r>
            <a:br>
              <a:rPr lang="en-GB" sz="1400" dirty="0">
                <a:solidFill>
                  <a:srgbClr val="2A2F2F"/>
                </a:solidFill>
                <a:latin typeface="Oracle Sans Tab"/>
              </a:rPr>
            </a:br>
            <a:r>
              <a:rPr lang="en-GB" sz="1400" dirty="0">
                <a:solidFill>
                  <a:srgbClr val="2A2F2F"/>
                </a:solidFill>
                <a:latin typeface="Oracle Sans Tab"/>
              </a:rPr>
              <a:t>Even after LVV has completed all troubleshooting steps, if the issue still persists, please reach out to the CNE-AI2ND team for further investigation from the switch side.</a:t>
            </a:r>
            <a:endParaRPr lang="en-GB" dirty="0"/>
          </a:p>
        </p:txBody>
      </p:sp>
    </p:spTree>
    <p:extLst>
      <p:ext uri="{BB962C8B-B14F-4D97-AF65-F5344CB8AC3E}">
        <p14:creationId xmlns:p14="http://schemas.microsoft.com/office/powerpoint/2010/main" val="1319901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372A26-0C2D-2C22-38BC-57A2E4B4F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38A3F-D1AF-3312-B96C-09F20B8F5345}"/>
              </a:ext>
            </a:extLst>
          </p:cNvPr>
          <p:cNvSpPr>
            <a:spLocks noGrp="1"/>
          </p:cNvSpPr>
          <p:nvPr>
            <p:ph type="ctrTitle"/>
          </p:nvPr>
        </p:nvSpPr>
        <p:spPr>
          <a:xfrm>
            <a:off x="800048" y="2577103"/>
            <a:ext cx="6400800" cy="1280160"/>
          </a:xfrm>
        </p:spPr>
        <p:txBody>
          <a:bodyPr/>
          <a:lstStyle/>
          <a:p>
            <a:r>
              <a:rPr lang="en-US">
                <a:latin typeface="Oracle Sans Tab"/>
              </a:rPr>
              <a:t>Thank You!</a:t>
            </a:r>
          </a:p>
        </p:txBody>
      </p:sp>
      <p:sp>
        <p:nvSpPr>
          <p:cNvPr id="7" name="Slide Number Placeholder 6">
            <a:extLst>
              <a:ext uri="{FF2B5EF4-FFF2-40B4-BE49-F238E27FC236}">
                <a16:creationId xmlns:a16="http://schemas.microsoft.com/office/drawing/2014/main" id="{1AAF7D2B-207A-3F87-366F-0E468FEE60D4}"/>
              </a:ext>
            </a:extLst>
          </p:cNvPr>
          <p:cNvSpPr>
            <a:spLocks noGrp="1"/>
          </p:cNvSpPr>
          <p:nvPr>
            <p:ph type="sldNum" sz="quarter" idx="12"/>
          </p:nvPr>
        </p:nvSpPr>
        <p:spPr>
          <a:xfrm>
            <a:off x="762000" y="6995117"/>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800" b="0" i="0" u="none" strike="noStrike" kern="1200" cap="none" spc="0" normalizeH="0" baseline="0" noProof="0" smtClean="0">
                <a:ln>
                  <a:noFill/>
                </a:ln>
                <a:no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noFill/>
              <a:effectLst/>
              <a:uLnTx/>
              <a:uFillTx/>
              <a:latin typeface="Oracle Sans Tab"/>
              <a:ea typeface="+mn-ea"/>
              <a:cs typeface="+mn-cs"/>
            </a:endParaRPr>
          </a:p>
        </p:txBody>
      </p:sp>
      <p:sp>
        <p:nvSpPr>
          <p:cNvPr id="6" name="Footer Placeholder 5">
            <a:extLst>
              <a:ext uri="{FF2B5EF4-FFF2-40B4-BE49-F238E27FC236}">
                <a16:creationId xmlns:a16="http://schemas.microsoft.com/office/drawing/2014/main" id="{06889AAA-E985-4EDC-A55F-176FC8610D42}"/>
              </a:ext>
            </a:extLst>
          </p:cNvPr>
          <p:cNvSpPr>
            <a:spLocks noGrp="1"/>
          </p:cNvSpPr>
          <p:nvPr>
            <p:ph type="ftr" sz="quarter" idx="36"/>
          </p:nvPr>
        </p:nvSpPr>
        <p:spPr>
          <a:xfrm>
            <a:off x="1127759" y="6995435"/>
            <a:ext cx="57453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noFill/>
                <a:effectLst/>
                <a:uLnTx/>
                <a:uFillTx/>
                <a:latin typeface="Oracle Sans Tab"/>
                <a:ea typeface="+mn-ea"/>
                <a:cs typeface="+mn-cs"/>
              </a:rPr>
              <a:t>Copyright © 2026, Oracle and/or its affiliates |  Confidential: Internal/Restricted/Highly Restricted</a:t>
            </a:r>
          </a:p>
        </p:txBody>
      </p:sp>
    </p:spTree>
    <p:extLst>
      <p:ext uri="{BB962C8B-B14F-4D97-AF65-F5344CB8AC3E}">
        <p14:creationId xmlns:p14="http://schemas.microsoft.com/office/powerpoint/2010/main" val="15483717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racle Red">
      <a:srgbClr val="C74634"/>
    </a:custClr>
    <a:custClr name="Brand Dark 170/Hyperlink Dark">
      <a:srgbClr val="F0CC72"/>
    </a:custClr>
    <a:custClr name="Pine 80">
      <a:srgbClr val="74A683"/>
    </a:custClr>
    <a:custClr name="Pine 90">
      <a:srgbClr val="5C926D"/>
    </a:custClr>
    <a:custClr name="Teal 90">
      <a:srgbClr val="628F8D"/>
    </a:custClr>
    <a:custClr name="Plum 90">
      <a:srgbClr val="957CA4"/>
    </a:custClr>
    <a:custClr name="Sky 80">
      <a:srgbClr val="5FA2BA"/>
    </a:custClr>
    <a:custClr name="Higlight Light">
      <a:srgbClr val="AE562C"/>
    </a:custClr>
    <a:custClr name="Rose 90">
      <a:srgbClr val="B47282"/>
    </a:custClr>
    <a:custClr name="Brand Yellow ">
      <a:srgbClr val="F1B13F"/>
    </a:custClr>
    <a:custClr name="Brand: Neutral 30">
      <a:srgbClr val="F1EFED"/>
    </a:custClr>
    <a:custClr name="Developer: Pebble 30">
      <a:srgbClr val="E7F0FD"/>
    </a:custClr>
    <a:custClr name="Database: Slate 50">
      <a:srgbClr val="C2D4D4"/>
    </a:custClr>
    <a:custClr name="Pine 100">
      <a:srgbClr val="4C825C"/>
    </a:custClr>
    <a:custClr name="Teal 110">
      <a:srgbClr val="467173"/>
    </a:custClr>
    <a:custClr name="Plum 110">
      <a:srgbClr val="796087"/>
    </a:custClr>
    <a:custClr name="Sky 100">
      <a:srgbClr val="227E9E"/>
    </a:custClr>
    <a:custClr name="Ocean 90">
      <a:srgbClr val="558EA4"/>
    </a:custClr>
    <a:custClr name="Rose 100">
      <a:srgbClr val="925865"/>
    </a:custClr>
    <a:custClr name="Sienna 50">
      <a:srgbClr val="ECCB98"/>
    </a:custClr>
    <a:custClr name="Neutral 70">
      <a:srgbClr val="AEA8A2"/>
    </a:custClr>
    <a:custClr name="Pebble 90">
      <a:srgbClr val="808792"/>
    </a:custClr>
    <a:custClr name="Database: Slate 100">
      <a:srgbClr val="697778"/>
    </a:custClr>
    <a:custClr name="Pine 120">
      <a:srgbClr val="3F6B4B"/>
    </a:custClr>
    <a:custClr name="Teal 130">
      <a:srgbClr val="375D61"/>
    </a:custClr>
    <a:custClr name="Plum 130">
      <a:srgbClr val="634E71"/>
    </a:custClr>
    <a:custClr name="Sky 120">
      <a:srgbClr val="00688C"/>
    </a:custClr>
    <a:custClr name="Ocean 110">
      <a:srgbClr val="3B7087"/>
    </a:custClr>
    <a:custClr name="Rose 130">
      <a:srgbClr val="7A4753"/>
    </a:custClr>
    <a:custClr name="Sienna 60">
      <a:srgbClr val="DEB068"/>
    </a:custClr>
    <a:custClr name="Brand: Neutral 140">
      <a:srgbClr val="514C47"/>
    </a:custClr>
    <a:custClr name="Pebble 130">
      <a:srgbClr val="53575F"/>
    </a:custClr>
    <a:custClr name="Slate 150">
      <a:srgbClr val="3C4545"/>
    </a:custClr>
    <a:custClr name="Pine 140">
      <a:srgbClr val="33553C"/>
    </a:custClr>
    <a:custClr name="Teal 150">
      <a:srgbClr val="2B484B"/>
    </a:custClr>
    <a:custClr name="Plum 150">
      <a:srgbClr val="4D3C57"/>
    </a:custClr>
    <a:custClr name="Sky 140">
      <a:srgbClr val="04536F"/>
    </a:custClr>
    <a:custClr name="Ocean 120">
      <a:srgbClr val="36677D"/>
    </a:custClr>
    <a:custClr name="Rose 150">
      <a:srgbClr val="5F363F"/>
    </a:custClr>
    <a:custClr name="Sienna 80">
      <a:srgbClr val="C58C52"/>
    </a:custClr>
    <a:custClr name="Brand: Neutral 180">
      <a:srgbClr val="201E1C"/>
    </a:custClr>
    <a:custClr name="Pebble 170">
      <a:srgbClr val="2B2E32"/>
    </a:custClr>
    <a:custClr name="Slate 170">
      <a:srgbClr val="2A2F2F"/>
    </a:custClr>
    <a:custClr name="Pine 160">
      <a:srgbClr val="253D2C"/>
    </a:custClr>
    <a:custClr name="Teal 170">
      <a:srgbClr val="1E3133"/>
    </a:custClr>
    <a:custClr name="Plum 170">
      <a:srgbClr val="36293C"/>
    </a:custClr>
    <a:custClr name="Sky 160">
      <a:srgbClr val="063C4E"/>
    </a:custClr>
    <a:custClr name="Ocean 180">
      <a:srgbClr val="13212C"/>
    </a:custClr>
    <a:custClr name="Rose 180">
      <a:srgbClr val="2D191D"/>
    </a:custClr>
    <a:custClr name="SCM: Sienna 90">
      <a:srgbClr val="B67745"/>
    </a:custClr>
  </a:custClrLst>
  <a:extLst>
    <a:ext uri="{05A4C25C-085E-4340-85A3-A5531E510DB2}">
      <thm15:themeFamily xmlns:thm15="http://schemas.microsoft.com/office/thememl/2012/main" name="RW-Early-FY26-v8.6" id="{0D251CCE-1243-154B-A0F8-E6E031D508F3}" vid="{E4D581CB-8A8C-EC48-88D7-7D405B80272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racle 10g">
    <a:dk1>
      <a:srgbClr val="58595B"/>
    </a:dk1>
    <a:lt1>
      <a:srgbClr val="FFFFFF"/>
    </a:lt1>
    <a:dk2>
      <a:srgbClr val="374A58"/>
    </a:dk2>
    <a:lt2>
      <a:srgbClr val="C8D9DE"/>
    </a:lt2>
    <a:accent1>
      <a:srgbClr val="F80000"/>
    </a:accent1>
    <a:accent2>
      <a:srgbClr val="8EADBF"/>
    </a:accent2>
    <a:accent3>
      <a:srgbClr val="FF8D14"/>
    </a:accent3>
    <a:accent4>
      <a:srgbClr val="007395"/>
    </a:accent4>
    <a:accent5>
      <a:srgbClr val="A52641"/>
    </a:accent5>
    <a:accent6>
      <a:srgbClr val="3A913F"/>
    </a:accent6>
    <a:hlink>
      <a:srgbClr val="1F4F82"/>
    </a:hlink>
    <a:folHlink>
      <a:srgbClr val="8A8C8E"/>
    </a:folHlink>
  </a:clrScheme>
</a:themeOverride>
</file>

<file path=docMetadata/LabelInfo.xml><?xml version="1.0" encoding="utf-8"?>
<clbl:labelList xmlns:clbl="http://schemas.microsoft.com/office/2020/mipLabelMetadata">
  <clbl:label id="{825c952f-1947-4719-99e7-7bc5a76060a8}" enabled="1" method="Standard" siteId="{4e2c6054-71cb-48f1-bd6c-3a9705aca71b}"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29</Slides>
  <Notes>1</Notes>
  <HiddenSlides>0</HiddenSlides>
  <ScaleCrop>false</ScaleCrop>
  <HeadingPairs>
    <vt:vector size="4" baseType="variant">
      <vt:variant>
        <vt:lpstr>Theme</vt:lpstr>
      </vt:variant>
      <vt:variant>
        <vt:i4>2</vt:i4>
      </vt:variant>
      <vt:variant>
        <vt:lpstr>Slide Titles</vt:lpstr>
      </vt:variant>
      <vt:variant>
        <vt:i4>29</vt:i4>
      </vt:variant>
    </vt:vector>
  </HeadingPairs>
  <TitlesOfParts>
    <vt:vector size="31" baseType="lpstr">
      <vt:lpstr>office theme</vt:lpstr>
      <vt:lpstr>Oracle-FY26-8.6</vt:lpstr>
      <vt:lpstr>LVV Portal Guideline - GFAB6</vt:lpstr>
      <vt:lpstr>Agenda</vt:lpstr>
      <vt:lpstr>LLV Portal Overview </vt:lpstr>
      <vt:lpstr>LVV Portal Overview  LVV Portal Link - https://lvv.us-phoenix-1.oci.oraclecloud.com/  1. Select the expected region Example: (ap-sydney-a(SYD)) 2. Select the building and DataHall Example: (SYD20.3)  </vt:lpstr>
      <vt:lpstr>LVV Portal Overview  1. Select the expected Blocks OR search for the Rack number  2. Select the Rack from list </vt:lpstr>
      <vt:lpstr>LVV Portal Overview</vt:lpstr>
      <vt:lpstr>Interface Down issues</vt:lpstr>
      <vt:lpstr>Interface down issue</vt:lpstr>
      <vt:lpstr>Steps to be performed to resolve this error. </vt:lpstr>
      <vt:lpstr>Steps to be performed to resolve this error. </vt:lpstr>
      <vt:lpstr>LLDP Mismatch Error</vt:lpstr>
      <vt:lpstr>LLDP Mismatch Error</vt:lpstr>
      <vt:lpstr>LLDP Mismatch Error</vt:lpstr>
      <vt:lpstr>LLDP Mismatch issue</vt:lpstr>
      <vt:lpstr>Interface Optic error</vt:lpstr>
      <vt:lpstr>Interface Optic issues</vt:lpstr>
      <vt:lpstr>Steps to be performed to resolve this error. </vt:lpstr>
      <vt:lpstr>Steps to be performed to resolve this error.</vt:lpstr>
      <vt:lpstr>Interface FEC-BER Error</vt:lpstr>
      <vt:lpstr>Interface FEC-BER Error </vt:lpstr>
      <vt:lpstr>  Steps to be performed to resolve this error.</vt:lpstr>
      <vt:lpstr>Steps to be performed to resolve this error.</vt:lpstr>
      <vt:lpstr>Steps to be performed to resolve this error.</vt:lpstr>
      <vt:lpstr>Power supply Down Issue</vt:lpstr>
      <vt:lpstr>Power supply Down Issue</vt:lpstr>
      <vt:lpstr>Power supply Down Issue  Steps to be performed to resolve this error.</vt:lpstr>
      <vt:lpstr>Power supply Down Issue  Steps to be performed to resolve this error.</vt:lpstr>
      <vt:lpstr>Power supply Down Issue  Steps to be performed to resolve this error.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558</cp:revision>
  <dcterms:created xsi:type="dcterms:W3CDTF">2026-03-04T08:24:26Z</dcterms:created>
  <dcterms:modified xsi:type="dcterms:W3CDTF">2026-04-15T18:28:00Z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theme:10</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office theme:9</vt:lpwstr>
  </property>
  <property fmtid="{D5CDD505-2E9C-101B-9397-08002B2CF9AE}" pid="5" name="ClassificationContentMarkingHeaderText">
    <vt:lpwstr>Confidential - Oracle Restricted \Employees Only</vt:lpwstr>
  </property>
</Properties>
</file>